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a034beed4042c7" /><Relationship Type="http://schemas.openxmlformats.org/officeDocument/2006/relationships/extended-properties" Target="/docProps/app.xml" Id="Rdddb693a456c484a" /><Relationship Type="http://schemas.openxmlformats.org/officeDocument/2006/relationships/officeDocument" Target="/ppt/presentation.xml" Id="R0b155d472c8948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d019d73e074850"/>
  </p:sldMasterIdLst>
  <p:notesMasterIdLst>
    <p:notesMasterId xmlns:r="http://schemas.openxmlformats.org/officeDocument/2006/relationships" r:id="R539b12d5a58b48ad"/>
  </p:notesMasterIdLst>
  <p:sldIdLst>
    <p:sldId xmlns:r="http://schemas.openxmlformats.org/officeDocument/2006/relationships" id="256" r:id="R467ba33126c64904"/>
    <p:sldId xmlns:r="http://schemas.openxmlformats.org/officeDocument/2006/relationships" id="257" r:id="Rc73632afe3c54d99"/>
    <p:sldId xmlns:r="http://schemas.openxmlformats.org/officeDocument/2006/relationships" id="258" r:id="R9db6945166534486"/>
    <p:sldId xmlns:r="http://schemas.openxmlformats.org/officeDocument/2006/relationships" id="259" r:id="R5dbe90e06c9343f8"/>
    <p:sldId xmlns:r="http://schemas.openxmlformats.org/officeDocument/2006/relationships" id="260" r:id="R7badd0f737134c81"/>
    <p:sldId xmlns:r="http://schemas.openxmlformats.org/officeDocument/2006/relationships" id="261" r:id="Rc43fc54fd8894c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e95a30e64c4dce" /><Relationship Type="http://schemas.openxmlformats.org/officeDocument/2006/relationships/slideMaster" Target="/ppt/slideMasters/slideMaster1.xml" Id="Rf7d019d73e074850" /><Relationship Type="http://schemas.openxmlformats.org/officeDocument/2006/relationships/notesMaster" Target="/ppt/notesMasters/notesMaster1.xml" Id="R539b12d5a58b48ad" /><Relationship Type="http://schemas.openxmlformats.org/officeDocument/2006/relationships/presProps" Target="/ppt/presProps.xml" Id="R512247a417a34f72" /><Relationship Type="http://schemas.openxmlformats.org/officeDocument/2006/relationships/tableStyles" Target="/ppt/tableStyles.xml" Id="R4ccf71144075428c" /><Relationship Type="http://schemas.openxmlformats.org/officeDocument/2006/relationships/slide" Target="/ppt/slides/slide1.xml" Id="R467ba33126c64904" /><Relationship Type="http://schemas.openxmlformats.org/officeDocument/2006/relationships/slide" Target="/ppt/slides/slide2.xml" Id="Rc73632afe3c54d99" /><Relationship Type="http://schemas.openxmlformats.org/officeDocument/2006/relationships/slide" Target="/ppt/slides/slide3.xml" Id="R9db6945166534486" /><Relationship Type="http://schemas.openxmlformats.org/officeDocument/2006/relationships/slide" Target="/ppt/slides/slide4.xml" Id="R5dbe90e06c9343f8" /><Relationship Type="http://schemas.openxmlformats.org/officeDocument/2006/relationships/slide" Target="/ppt/slides/slide5.xml" Id="R7badd0f737134c81" /><Relationship Type="http://schemas.openxmlformats.org/officeDocument/2006/relationships/slide" Target="/ppt/slides/slide6.xml" Id="Rc43fc54fd8894c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ab846a6f4148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907c3f53004933" /><Relationship Type="http://schemas.openxmlformats.org/officeDocument/2006/relationships/notesMaster" Target="/ppt/notesMasters/notesMaster1.xml" Id="Rb7fb025254f945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d0c6a879a34a8a" /><Relationship Type="http://schemas.openxmlformats.org/officeDocument/2006/relationships/notesMaster" Target="/ppt/notesMasters/notesMaster1.xml" Id="Rf870a5f3b07448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df149a744b409e" /><Relationship Type="http://schemas.openxmlformats.org/officeDocument/2006/relationships/notesMaster" Target="/ppt/notesMasters/notesMaster1.xml" Id="R2107c69e815b4c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400f7d87044862" /><Relationship Type="http://schemas.openxmlformats.org/officeDocument/2006/relationships/notesMaster" Target="/ppt/notesMasters/notesMaster1.xml" Id="R44c80ad95f5942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72c8609aa74a5e" /><Relationship Type="http://schemas.openxmlformats.org/officeDocument/2006/relationships/notesMaster" Target="/ppt/notesMasters/notesMaster1.xml" Id="Ra66681c165a041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acab16cacb421b" /><Relationship Type="http://schemas.openxmlformats.org/officeDocument/2006/relationships/notesMaster" Target="/ppt/notesMasters/notesMaster1.xml" Id="R8d5077f64edc4c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01093ffbc9499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fa96716ead403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3eb80037c54d3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e7057407134f5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7b8e838b9742f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c5b7f6d8054b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174D6A-49FB-432B-A6C0-CEBC718E99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307D079-1DC0-4BA4-900B-8969A63EA8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487B0A9-E9C9-467E-89B0-8EEF15A1CB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45653D-BE64-4E3C-A8AF-6BF08E87E0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8E95DD2-0910-4EF7-A5D5-368BA53DCB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FC29B28-E83D-41A3-B005-8F5ABD8D8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6E7FC58-D59F-40A0-905A-26A23423F4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47166AC-1464-4F62-BDF3-4232DFF495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161BE9-C197-4EE9-A5DA-A962389FFE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869864-F4F4-45AE-A9BD-C8776815AE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e98ca6f1b34c1e" /><Relationship Type="http://schemas.openxmlformats.org/officeDocument/2006/relationships/slideLayout" Target="/ppt/slideLayouts/slideLayout1.xml" Id="Rca85cacbc0de45cb" /><Relationship Type="http://schemas.openxmlformats.org/officeDocument/2006/relationships/slideLayout" Target="/ppt/slideLayouts/slideLayout2.xml" Id="R52a9f6c79de44de9" /><Relationship Type="http://schemas.openxmlformats.org/officeDocument/2006/relationships/slideLayout" Target="/ppt/slideLayouts/slideLayout3.xml" Id="Reea7a9d73b0a4a32" /><Relationship Type="http://schemas.openxmlformats.org/officeDocument/2006/relationships/slideLayout" Target="/ppt/slideLayouts/slideLayout4.xml" Id="R2ee5b09144da46b2" /><Relationship Type="http://schemas.openxmlformats.org/officeDocument/2006/relationships/slideLayout" Target="/ppt/slideLayouts/slideLayout5.xml" Id="Rdd10ac0a5c704a0b" /><Relationship Type="http://schemas.openxmlformats.org/officeDocument/2006/relationships/slideLayout" Target="/ppt/slideLayouts/slideLayout6.xml" Id="R35217d9e32424f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85cacbc0de45cb"/>
    <p:sldLayoutId xmlns:r="http://schemas.openxmlformats.org/officeDocument/2006/relationships" id="2147483650" r:id="R52a9f6c79de44de9"/>
    <p:sldLayoutId xmlns:r="http://schemas.openxmlformats.org/officeDocument/2006/relationships" id="2147483651" r:id="Reea7a9d73b0a4a32"/>
    <p:sldLayoutId xmlns:r="http://schemas.openxmlformats.org/officeDocument/2006/relationships" id="2147483652" r:id="R2ee5b09144da46b2"/>
    <p:sldLayoutId xmlns:r="http://schemas.openxmlformats.org/officeDocument/2006/relationships" id="2147483653" r:id="Rdd10ac0a5c704a0b"/>
    <p:sldLayoutId xmlns:r="http://schemas.openxmlformats.org/officeDocument/2006/relationships" id="2147483654" r:id="R35217d9e32424f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3f032d5ec942b6" /><Relationship Type="http://schemas.openxmlformats.org/officeDocument/2006/relationships/notesSlide" Target="/ppt/notesSlides/notesSlide1.xml" Id="R89537b5d2c304c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cab2dbb78f4527" /><Relationship Type="http://schemas.openxmlformats.org/officeDocument/2006/relationships/notesSlide" Target="/ppt/notesSlides/notesSlide2.xml" Id="R6d030804f0294c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dba93e603945b7" /><Relationship Type="http://schemas.openxmlformats.org/officeDocument/2006/relationships/notesSlide" Target="/ppt/notesSlides/notesSlide3.xml" Id="Rcc762d8eaf8b41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e876320478437e" /><Relationship Type="http://schemas.openxmlformats.org/officeDocument/2006/relationships/notesSlide" Target="/ppt/notesSlides/notesSlide4.xml" Id="R8863e3f5f50240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afa565a3424f9d" /><Relationship Type="http://schemas.openxmlformats.org/officeDocument/2006/relationships/notesSlide" Target="/ppt/notesSlides/notesSlide5.xml" Id="R2e5e96bf485a43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001260b82f4c62" /><Relationship Type="http://schemas.openxmlformats.org/officeDocument/2006/relationships/notesSlide" Target="/ppt/notesSlides/notesSlide6.xml" Id="R34e4be808d0045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3E7FF3-94D1-4B5F-BA1E-650688DA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25A36-92EA-40DA-8FD7-6EA9760B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C3F36B"/>
                </a:solidFill>
              </a:defRPr>
            </a:defPPr>
            <a:lvl1pPr>
              <a:defRPr sz="1125" b="1">
                <a:solidFill>
                  <a:srgbClr val="C3F36B"/>
                </a:solidFill>
              </a:defRPr>
            </a:lvl1pPr>
            <a:lvl2pPr>
              <a:defRPr sz="1125" b="1">
                <a:solidFill>
                  <a:srgbClr val="C3F36B"/>
                </a:solidFill>
              </a:defRPr>
            </a:lvl2pPr>
            <a:lvl3pPr>
              <a:defRPr sz="1125" b="1">
                <a:solidFill>
                  <a:srgbClr val="C3F36B"/>
                </a:solidFill>
              </a:defRPr>
            </a:lvl3pPr>
            <a:lvl4pPr>
              <a:defRPr sz="1125" b="1">
                <a:solidFill>
                  <a:srgbClr val="C3F36B"/>
                </a:solidFill>
              </a:defRPr>
            </a:lvl4pPr>
            <a:lvl5pPr>
              <a:defRPr sz="1125" b="1">
                <a:solidFill>
                  <a:srgbClr val="C3F36B"/>
                </a:solidFill>
              </a:defRPr>
            </a:lvl5pPr>
            <a:lvl6pPr>
              <a:defRPr sz="1125" b="1">
                <a:solidFill>
                  <a:srgbClr val="C3F36B"/>
                </a:solidFill>
              </a:defRPr>
            </a:lvl6pPr>
            <a:lvl7pPr>
              <a:defRPr sz="1125" b="1">
                <a:solidFill>
                  <a:srgbClr val="C3F36B"/>
                </a:solidFill>
              </a:defRPr>
            </a:lvl7pPr>
            <a:lvl8pPr>
              <a:defRPr sz="1125" b="1">
                <a:solidFill>
                  <a:srgbClr val="C3F36B"/>
                </a:solidFill>
              </a:defRPr>
            </a:lvl8pPr>
            <a:lvl9pPr>
              <a:defRPr sz="1125" b="1">
                <a:solidFill>
                  <a:srgbClr val="C3F36B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C3F36B"/>
                </a:solidFill>
              </a:defRPr>
            </a:pPr>
            <a:r>
              <a:rPr sz="1125" b="1">
                <a:solidFill>
                  <a:srgbClr val="C3F36B"/>
                </a:solidFill>
              </a:rPr>
              <a:t>LIFEOS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822C96-B7E4-4BC9-98B7-1E7F4016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47800"/>
            <a:ext cx="6191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F7F8FC"/>
                </a:solidFill>
              </a:defRPr>
            </a:defPPr>
            <a:lvl1pPr>
              <a:defRPr sz="4800" b="1">
                <a:solidFill>
                  <a:srgbClr val="F7F8FC"/>
                </a:solidFill>
              </a:defRPr>
            </a:lvl1pPr>
            <a:lvl2pPr>
              <a:defRPr sz="4800" b="1">
                <a:solidFill>
                  <a:srgbClr val="F7F8FC"/>
                </a:solidFill>
              </a:defRPr>
            </a:lvl2pPr>
            <a:lvl3pPr>
              <a:defRPr sz="4800" b="1">
                <a:solidFill>
                  <a:srgbClr val="F7F8FC"/>
                </a:solidFill>
              </a:defRPr>
            </a:lvl3pPr>
            <a:lvl4pPr>
              <a:defRPr sz="4800" b="1">
                <a:solidFill>
                  <a:srgbClr val="F7F8FC"/>
                </a:solidFill>
              </a:defRPr>
            </a:lvl4pPr>
            <a:lvl5pPr>
              <a:defRPr sz="4800" b="1">
                <a:solidFill>
                  <a:srgbClr val="F7F8FC"/>
                </a:solidFill>
              </a:defRPr>
            </a:lvl5pPr>
            <a:lvl6pPr>
              <a:defRPr sz="4800" b="1">
                <a:solidFill>
                  <a:srgbClr val="F7F8FC"/>
                </a:solidFill>
              </a:defRPr>
            </a:lvl6pPr>
            <a:lvl7pPr>
              <a:defRPr sz="4800" b="1">
                <a:solidFill>
                  <a:srgbClr val="F7F8FC"/>
                </a:solidFill>
              </a:defRPr>
            </a:lvl7pPr>
            <a:lvl8pPr>
              <a:defRPr sz="4800" b="1">
                <a:solidFill>
                  <a:srgbClr val="F7F8FC"/>
                </a:solidFill>
              </a:defRPr>
            </a:lvl8pPr>
            <a:lvl9pPr>
              <a:defRPr sz="4800" b="1">
                <a:solidFill>
                  <a:srgbClr val="F7F8FC"/>
                </a:solidFill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7F8FC"/>
                </a:solidFill>
              </a:defRPr>
            </a:pPr>
            <a:r>
              <a:rPr sz="4800" b="1">
                <a:solidFill>
                  <a:srgbClr val="F7F8FC"/>
                </a:solidFill>
              </a:rPr>
              <a:t>Make life easier</a:t>
            </a:r>
          </a:p>
          <a:p xmlns:a="http://schemas.openxmlformats.org/drawingml/2006/main">
            <a:pPr>
              <a:defRPr sz="4800" b="1">
                <a:solidFill>
                  <a:srgbClr val="F7F8FC"/>
                </a:solidFill>
              </a:defRPr>
            </a:pPr>
            <a:r>
              <a:rPr sz="4800" b="1">
                <a:solidFill>
                  <a:srgbClr val="F7F8FC"/>
                </a:solidFill>
              </a:rPr>
              <a:t>to run.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D4F0E-01DE-40D4-A6AC-6132182F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33775"/>
            <a:ext cx="561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BB7CB"/>
                </a:solidFill>
              </a:defRPr>
            </a:defPPr>
            <a:lvl1pPr>
              <a:defRPr sz="1800" b="0">
                <a:solidFill>
                  <a:srgbClr val="ABB7CB"/>
                </a:solidFill>
              </a:defRPr>
            </a:lvl1pPr>
            <a:lvl2pPr>
              <a:defRPr sz="1800" b="0">
                <a:solidFill>
                  <a:srgbClr val="ABB7CB"/>
                </a:solidFill>
              </a:defRPr>
            </a:lvl2pPr>
            <a:lvl3pPr>
              <a:defRPr sz="1800" b="0">
                <a:solidFill>
                  <a:srgbClr val="ABB7CB"/>
                </a:solidFill>
              </a:defRPr>
            </a:lvl3pPr>
            <a:lvl4pPr>
              <a:defRPr sz="1800" b="0">
                <a:solidFill>
                  <a:srgbClr val="ABB7CB"/>
                </a:solidFill>
              </a:defRPr>
            </a:lvl4pPr>
            <a:lvl5pPr>
              <a:defRPr sz="1800" b="0">
                <a:solidFill>
                  <a:srgbClr val="ABB7CB"/>
                </a:solidFill>
              </a:defRPr>
            </a:lvl5pPr>
            <a:lvl6pPr>
              <a:defRPr sz="1800" b="0">
                <a:solidFill>
                  <a:srgbClr val="ABB7CB"/>
                </a:solidFill>
              </a:defRPr>
            </a:lvl6pPr>
            <a:lvl7pPr>
              <a:defRPr sz="1800" b="0">
                <a:solidFill>
                  <a:srgbClr val="ABB7CB"/>
                </a:solidFill>
              </a:defRPr>
            </a:lvl7pPr>
            <a:lvl8pPr>
              <a:defRPr sz="1800" b="0">
                <a:solidFill>
                  <a:srgbClr val="ABB7CB"/>
                </a:solidFill>
              </a:defRPr>
            </a:lvl8pPr>
            <a:lvl9pPr>
              <a:defRPr sz="1800" b="0">
                <a:solidFill>
                  <a:srgbClr val="ABB7CB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ABB7CB"/>
                </a:solidFill>
              </a:defRPr>
            </a:pPr>
            <a:r>
              <a:rPr sz="1800" b="0">
                <a:solidFill>
                  <a:srgbClr val="ABB7CB"/>
                </a:solidFill>
              </a:rPr>
              <a:t>A personal workspace where people and AI</a:t>
            </a:r>
          </a:p>
          <a:p xmlns:a="http://schemas.openxmlformats.org/drawingml/2006/main">
            <a:pPr>
              <a:defRPr sz="1800" b="0">
                <a:solidFill>
                  <a:srgbClr val="ABB7CB"/>
                </a:solidFill>
              </a:defRPr>
            </a:pPr>
            <a:r>
              <a:rPr sz="1800" b="0">
                <a:solidFill>
                  <a:srgbClr val="ABB7CB"/>
                </a:solidFill>
              </a:rPr>
              <a:t>plan together, with the human in control.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3DDB5-619F-4D61-8CA3-A7BF94C3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38250"/>
            <a:ext cx="3905250" cy="4286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121A2C"/>
          </a:solidFill>
          <a:ln xmlns:a="http://schemas.openxmlformats.org/drawingml/2006/main" w="9525">
            <a:solidFill>
              <a:srgbClr val="2C385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CD72B-5F2C-49F3-98C3-DD2BD2B8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581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C3F36B"/>
                </a:solidFill>
              </a:defRPr>
            </a:defPPr>
            <a:lvl1pPr>
              <a:defRPr sz="1125" b="1">
                <a:solidFill>
                  <a:srgbClr val="C3F36B"/>
                </a:solidFill>
              </a:defRPr>
            </a:lvl1pPr>
            <a:lvl2pPr>
              <a:defRPr sz="1125" b="1">
                <a:solidFill>
                  <a:srgbClr val="C3F36B"/>
                </a:solidFill>
              </a:defRPr>
            </a:lvl2pPr>
            <a:lvl3pPr>
              <a:defRPr sz="1125" b="1">
                <a:solidFill>
                  <a:srgbClr val="C3F36B"/>
                </a:solidFill>
              </a:defRPr>
            </a:lvl3pPr>
            <a:lvl4pPr>
              <a:defRPr sz="1125" b="1">
                <a:solidFill>
                  <a:srgbClr val="C3F36B"/>
                </a:solidFill>
              </a:defRPr>
            </a:lvl4pPr>
            <a:lvl5pPr>
              <a:defRPr sz="1125" b="1">
                <a:solidFill>
                  <a:srgbClr val="C3F36B"/>
                </a:solidFill>
              </a:defRPr>
            </a:lvl5pPr>
            <a:lvl6pPr>
              <a:defRPr sz="1125" b="1">
                <a:solidFill>
                  <a:srgbClr val="C3F36B"/>
                </a:solidFill>
              </a:defRPr>
            </a:lvl6pPr>
            <a:lvl7pPr>
              <a:defRPr sz="1125" b="1">
                <a:solidFill>
                  <a:srgbClr val="C3F36B"/>
                </a:solidFill>
              </a:defRPr>
            </a:lvl7pPr>
            <a:lvl8pPr>
              <a:defRPr sz="1125" b="1">
                <a:solidFill>
                  <a:srgbClr val="C3F36B"/>
                </a:solidFill>
              </a:defRPr>
            </a:lvl8pPr>
            <a:lvl9pPr>
              <a:defRPr sz="1125" b="1">
                <a:solidFill>
                  <a:srgbClr val="C3F36B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C3F36B"/>
                </a:solidFill>
              </a:defRPr>
            </a:pPr>
            <a:r>
              <a:rPr sz="1125" b="1">
                <a:solidFill>
                  <a:srgbClr val="C3F36B"/>
                </a:solidFill>
              </a:rPr>
              <a:t>TODAY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BEBD9-ACD2-475F-BA60-DD672D1C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3360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A2E25-C661-4E94-B2C8-30A04AC9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3360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ABB7CB"/>
                </a:solidFill>
              </a:defRPr>
            </a:defPPr>
            <a:lvl1pPr>
              <a:defRPr sz="975" b="1">
                <a:solidFill>
                  <a:srgbClr val="ABB7CB"/>
                </a:solidFill>
              </a:defRPr>
            </a:lvl1pPr>
            <a:lvl2pPr>
              <a:defRPr sz="975" b="1">
                <a:solidFill>
                  <a:srgbClr val="ABB7CB"/>
                </a:solidFill>
              </a:defRPr>
            </a:lvl2pPr>
            <a:lvl3pPr>
              <a:defRPr sz="975" b="1">
                <a:solidFill>
                  <a:srgbClr val="ABB7CB"/>
                </a:solidFill>
              </a:defRPr>
            </a:lvl3pPr>
            <a:lvl4pPr>
              <a:defRPr sz="975" b="1">
                <a:solidFill>
                  <a:srgbClr val="ABB7CB"/>
                </a:solidFill>
              </a:defRPr>
            </a:lvl4pPr>
            <a:lvl5pPr>
              <a:defRPr sz="975" b="1">
                <a:solidFill>
                  <a:srgbClr val="ABB7CB"/>
                </a:solidFill>
              </a:defRPr>
            </a:lvl5pPr>
            <a:lvl6pPr>
              <a:defRPr sz="975" b="1">
                <a:solidFill>
                  <a:srgbClr val="ABB7CB"/>
                </a:solidFill>
              </a:defRPr>
            </a:lvl6pPr>
            <a:lvl7pPr>
              <a:defRPr sz="975" b="1">
                <a:solidFill>
                  <a:srgbClr val="ABB7CB"/>
                </a:solidFill>
              </a:defRPr>
            </a:lvl7pPr>
            <a:lvl8pPr>
              <a:defRPr sz="975" b="1">
                <a:solidFill>
                  <a:srgbClr val="ABB7CB"/>
                </a:solidFill>
              </a:defRPr>
            </a:lvl8pPr>
            <a:lvl9pPr>
              <a:defRPr sz="975" b="1">
                <a:solidFill>
                  <a:srgbClr val="ABB7C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BB7CB"/>
                </a:solidFill>
              </a:defRPr>
            </a:pPr>
            <a:r>
              <a:rPr sz="975" b="1">
                <a:solidFill>
                  <a:srgbClr val="ABB7CB"/>
                </a:solidFill>
              </a:rPr>
              <a:t>09:00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0AF23-CF2C-4B16-8865-87BEC9D7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7172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7F8FC"/>
                </a:solidFill>
              </a:defRPr>
            </a:defPPr>
            <a:lvl1pPr>
              <a:defRPr sz="1425" b="1">
                <a:solidFill>
                  <a:srgbClr val="F7F8FC"/>
                </a:solidFill>
              </a:defRPr>
            </a:lvl1pPr>
            <a:lvl2pPr>
              <a:defRPr sz="1425" b="1">
                <a:solidFill>
                  <a:srgbClr val="F7F8FC"/>
                </a:solidFill>
              </a:defRPr>
            </a:lvl2pPr>
            <a:lvl3pPr>
              <a:defRPr sz="1425" b="1">
                <a:solidFill>
                  <a:srgbClr val="F7F8FC"/>
                </a:solidFill>
              </a:defRPr>
            </a:lvl3pPr>
            <a:lvl4pPr>
              <a:defRPr sz="1425" b="1">
                <a:solidFill>
                  <a:srgbClr val="F7F8FC"/>
                </a:solidFill>
              </a:defRPr>
            </a:lvl4pPr>
            <a:lvl5pPr>
              <a:defRPr sz="1425" b="1">
                <a:solidFill>
                  <a:srgbClr val="F7F8FC"/>
                </a:solidFill>
              </a:defRPr>
            </a:lvl5pPr>
            <a:lvl6pPr>
              <a:defRPr sz="1425" b="1">
                <a:solidFill>
                  <a:srgbClr val="F7F8FC"/>
                </a:solidFill>
              </a:defRPr>
            </a:lvl6pPr>
            <a:lvl7pPr>
              <a:defRPr sz="1425" b="1">
                <a:solidFill>
                  <a:srgbClr val="F7F8FC"/>
                </a:solidFill>
              </a:defRPr>
            </a:lvl7pPr>
            <a:lvl8pPr>
              <a:defRPr sz="1425" b="1">
                <a:solidFill>
                  <a:srgbClr val="F7F8FC"/>
                </a:solidFill>
              </a:defRPr>
            </a:lvl8pPr>
            <a:lvl9pPr>
              <a:defRPr sz="1425" b="1">
                <a:solidFill>
                  <a:srgbClr val="F7F8FC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7F8FC"/>
                </a:solidFill>
              </a:defRPr>
            </a:pPr>
            <a:r>
              <a:rPr sz="1425" b="1">
                <a:solidFill>
                  <a:srgbClr val="F7F8FC"/>
                </a:solidFill>
              </a:rPr>
              <a:t>Focus on the priority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9749AC-4000-4D19-A812-9BCBBF78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67025"/>
            <a:ext cx="299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8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29009-07F4-41BD-A553-B2996D59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4800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8ECFA7-3075-4FCC-9762-DB584CE1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4800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ABB7CB"/>
                </a:solidFill>
              </a:defRPr>
            </a:defPPr>
            <a:lvl1pPr>
              <a:defRPr sz="975" b="1">
                <a:solidFill>
                  <a:srgbClr val="ABB7CB"/>
                </a:solidFill>
              </a:defRPr>
            </a:lvl1pPr>
            <a:lvl2pPr>
              <a:defRPr sz="975" b="1">
                <a:solidFill>
                  <a:srgbClr val="ABB7CB"/>
                </a:solidFill>
              </a:defRPr>
            </a:lvl2pPr>
            <a:lvl3pPr>
              <a:defRPr sz="975" b="1">
                <a:solidFill>
                  <a:srgbClr val="ABB7CB"/>
                </a:solidFill>
              </a:defRPr>
            </a:lvl3pPr>
            <a:lvl4pPr>
              <a:defRPr sz="975" b="1">
                <a:solidFill>
                  <a:srgbClr val="ABB7CB"/>
                </a:solidFill>
              </a:defRPr>
            </a:lvl4pPr>
            <a:lvl5pPr>
              <a:defRPr sz="975" b="1">
                <a:solidFill>
                  <a:srgbClr val="ABB7CB"/>
                </a:solidFill>
              </a:defRPr>
            </a:lvl5pPr>
            <a:lvl6pPr>
              <a:defRPr sz="975" b="1">
                <a:solidFill>
                  <a:srgbClr val="ABB7CB"/>
                </a:solidFill>
              </a:defRPr>
            </a:lvl6pPr>
            <a:lvl7pPr>
              <a:defRPr sz="975" b="1">
                <a:solidFill>
                  <a:srgbClr val="ABB7CB"/>
                </a:solidFill>
              </a:defRPr>
            </a:lvl7pPr>
            <a:lvl8pPr>
              <a:defRPr sz="975" b="1">
                <a:solidFill>
                  <a:srgbClr val="ABB7CB"/>
                </a:solidFill>
              </a:defRPr>
            </a:lvl8pPr>
            <a:lvl9pPr>
              <a:defRPr sz="975" b="1">
                <a:solidFill>
                  <a:srgbClr val="ABB7C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BB7CB"/>
                </a:solidFill>
              </a:defRPr>
            </a:pPr>
            <a:r>
              <a:rPr sz="975" b="1">
                <a:solidFill>
                  <a:srgbClr val="ABB7CB"/>
                </a:solidFill>
              </a:rPr>
              <a:t>10:30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418B76-47C4-42A8-894F-229534A4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8612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7F8FC"/>
                </a:solidFill>
              </a:defRPr>
            </a:defPPr>
            <a:lvl1pPr>
              <a:defRPr sz="1425" b="1">
                <a:solidFill>
                  <a:srgbClr val="F7F8FC"/>
                </a:solidFill>
              </a:defRPr>
            </a:lvl1pPr>
            <a:lvl2pPr>
              <a:defRPr sz="1425" b="1">
                <a:solidFill>
                  <a:srgbClr val="F7F8FC"/>
                </a:solidFill>
              </a:defRPr>
            </a:lvl2pPr>
            <a:lvl3pPr>
              <a:defRPr sz="1425" b="1">
                <a:solidFill>
                  <a:srgbClr val="F7F8FC"/>
                </a:solidFill>
              </a:defRPr>
            </a:lvl3pPr>
            <a:lvl4pPr>
              <a:defRPr sz="1425" b="1">
                <a:solidFill>
                  <a:srgbClr val="F7F8FC"/>
                </a:solidFill>
              </a:defRPr>
            </a:lvl4pPr>
            <a:lvl5pPr>
              <a:defRPr sz="1425" b="1">
                <a:solidFill>
                  <a:srgbClr val="F7F8FC"/>
                </a:solidFill>
              </a:defRPr>
            </a:lvl5pPr>
            <a:lvl6pPr>
              <a:defRPr sz="1425" b="1">
                <a:solidFill>
                  <a:srgbClr val="F7F8FC"/>
                </a:solidFill>
              </a:defRPr>
            </a:lvl6pPr>
            <a:lvl7pPr>
              <a:defRPr sz="1425" b="1">
                <a:solidFill>
                  <a:srgbClr val="F7F8FC"/>
                </a:solidFill>
              </a:defRPr>
            </a:lvl7pPr>
            <a:lvl8pPr>
              <a:defRPr sz="1425" b="1">
                <a:solidFill>
                  <a:srgbClr val="F7F8FC"/>
                </a:solidFill>
              </a:defRPr>
            </a:lvl8pPr>
            <a:lvl9pPr>
              <a:defRPr sz="1425" b="1">
                <a:solidFill>
                  <a:srgbClr val="F7F8FC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7F8FC"/>
                </a:solidFill>
              </a:defRPr>
            </a:pPr>
            <a:r>
              <a:rPr sz="1425" b="1">
                <a:solidFill>
                  <a:srgbClr val="F7F8FC"/>
                </a:solidFill>
              </a:rPr>
              <a:t>Keep room to reset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CA4AED-BB62-41A2-A00E-6BBB0FCD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81425"/>
            <a:ext cx="299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8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987EF6-2420-4F32-A4DA-146867FF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6240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299D5B-47F2-401F-B878-E98DF584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6240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ABB7CB"/>
                </a:solidFill>
              </a:defRPr>
            </a:defPPr>
            <a:lvl1pPr>
              <a:defRPr sz="975" b="1">
                <a:solidFill>
                  <a:srgbClr val="ABB7CB"/>
                </a:solidFill>
              </a:defRPr>
            </a:lvl1pPr>
            <a:lvl2pPr>
              <a:defRPr sz="975" b="1">
                <a:solidFill>
                  <a:srgbClr val="ABB7CB"/>
                </a:solidFill>
              </a:defRPr>
            </a:lvl2pPr>
            <a:lvl3pPr>
              <a:defRPr sz="975" b="1">
                <a:solidFill>
                  <a:srgbClr val="ABB7CB"/>
                </a:solidFill>
              </a:defRPr>
            </a:lvl3pPr>
            <a:lvl4pPr>
              <a:defRPr sz="975" b="1">
                <a:solidFill>
                  <a:srgbClr val="ABB7CB"/>
                </a:solidFill>
              </a:defRPr>
            </a:lvl4pPr>
            <a:lvl5pPr>
              <a:defRPr sz="975" b="1">
                <a:solidFill>
                  <a:srgbClr val="ABB7CB"/>
                </a:solidFill>
              </a:defRPr>
            </a:lvl5pPr>
            <a:lvl6pPr>
              <a:defRPr sz="975" b="1">
                <a:solidFill>
                  <a:srgbClr val="ABB7CB"/>
                </a:solidFill>
              </a:defRPr>
            </a:lvl6pPr>
            <a:lvl7pPr>
              <a:defRPr sz="975" b="1">
                <a:solidFill>
                  <a:srgbClr val="ABB7CB"/>
                </a:solidFill>
              </a:defRPr>
            </a:lvl7pPr>
            <a:lvl8pPr>
              <a:defRPr sz="975" b="1">
                <a:solidFill>
                  <a:srgbClr val="ABB7CB"/>
                </a:solidFill>
              </a:defRPr>
            </a:lvl8pPr>
            <a:lvl9pPr>
              <a:defRPr sz="975" b="1">
                <a:solidFill>
                  <a:srgbClr val="ABB7C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BB7CB"/>
                </a:solidFill>
              </a:defRPr>
            </a:pPr>
            <a:r>
              <a:rPr sz="975" b="1">
                <a:solidFill>
                  <a:srgbClr val="ABB7CB"/>
                </a:solidFill>
              </a:rPr>
              <a:t>13:00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DBB943-C19D-4E30-8A9F-A2714A82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0052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7F8FC"/>
                </a:solidFill>
              </a:defRPr>
            </a:defPPr>
            <a:lvl1pPr>
              <a:defRPr sz="1425" b="1">
                <a:solidFill>
                  <a:srgbClr val="F7F8FC"/>
                </a:solidFill>
              </a:defRPr>
            </a:lvl1pPr>
            <a:lvl2pPr>
              <a:defRPr sz="1425" b="1">
                <a:solidFill>
                  <a:srgbClr val="F7F8FC"/>
                </a:solidFill>
              </a:defRPr>
            </a:lvl2pPr>
            <a:lvl3pPr>
              <a:defRPr sz="1425" b="1">
                <a:solidFill>
                  <a:srgbClr val="F7F8FC"/>
                </a:solidFill>
              </a:defRPr>
            </a:lvl3pPr>
            <a:lvl4pPr>
              <a:defRPr sz="1425" b="1">
                <a:solidFill>
                  <a:srgbClr val="F7F8FC"/>
                </a:solidFill>
              </a:defRPr>
            </a:lvl4pPr>
            <a:lvl5pPr>
              <a:defRPr sz="1425" b="1">
                <a:solidFill>
                  <a:srgbClr val="F7F8FC"/>
                </a:solidFill>
              </a:defRPr>
            </a:lvl5pPr>
            <a:lvl6pPr>
              <a:defRPr sz="1425" b="1">
                <a:solidFill>
                  <a:srgbClr val="F7F8FC"/>
                </a:solidFill>
              </a:defRPr>
            </a:lvl6pPr>
            <a:lvl7pPr>
              <a:defRPr sz="1425" b="1">
                <a:solidFill>
                  <a:srgbClr val="F7F8FC"/>
                </a:solidFill>
              </a:defRPr>
            </a:lvl7pPr>
            <a:lvl8pPr>
              <a:defRPr sz="1425" b="1">
                <a:solidFill>
                  <a:srgbClr val="F7F8FC"/>
                </a:solidFill>
              </a:defRPr>
            </a:lvl8pPr>
            <a:lvl9pPr>
              <a:defRPr sz="1425" b="1">
                <a:solidFill>
                  <a:srgbClr val="F7F8FC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7F8FC"/>
                </a:solidFill>
              </a:defRPr>
            </a:pPr>
            <a:r>
              <a:rPr sz="1425" b="1">
                <a:solidFill>
                  <a:srgbClr val="F7F8FC"/>
                </a:solidFill>
              </a:rPr>
              <a:t>Make progress on a goal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AB4940-BCC6-46CB-975B-6BB3CCDE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198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BB7CB"/>
                </a:solidFill>
              </a:defRPr>
            </a:defPPr>
            <a:lvl1pPr>
              <a:defRPr sz="1200" b="0">
                <a:solidFill>
                  <a:srgbClr val="ABB7CB"/>
                </a:solidFill>
              </a:defRPr>
            </a:lvl1pPr>
            <a:lvl2pPr>
              <a:defRPr sz="1200" b="0">
                <a:solidFill>
                  <a:srgbClr val="ABB7CB"/>
                </a:solidFill>
              </a:defRPr>
            </a:lvl2pPr>
            <a:lvl3pPr>
              <a:defRPr sz="1200" b="0">
                <a:solidFill>
                  <a:srgbClr val="ABB7CB"/>
                </a:solidFill>
              </a:defRPr>
            </a:lvl3pPr>
            <a:lvl4pPr>
              <a:defRPr sz="1200" b="0">
                <a:solidFill>
                  <a:srgbClr val="ABB7CB"/>
                </a:solidFill>
              </a:defRPr>
            </a:lvl4pPr>
            <a:lvl5pPr>
              <a:defRPr sz="1200" b="0">
                <a:solidFill>
                  <a:srgbClr val="ABB7CB"/>
                </a:solidFill>
              </a:defRPr>
            </a:lvl5pPr>
            <a:lvl6pPr>
              <a:defRPr sz="1200" b="0">
                <a:solidFill>
                  <a:srgbClr val="ABB7CB"/>
                </a:solidFill>
              </a:defRPr>
            </a:lvl6pPr>
            <a:lvl7pPr>
              <a:defRPr sz="1200" b="0">
                <a:solidFill>
                  <a:srgbClr val="ABB7CB"/>
                </a:solidFill>
              </a:defRPr>
            </a:lvl7pPr>
            <a:lvl8pPr>
              <a:defRPr sz="1200" b="0">
                <a:solidFill>
                  <a:srgbClr val="ABB7CB"/>
                </a:solidFill>
              </a:defRPr>
            </a:lvl8pPr>
            <a:lvl9pPr>
              <a:defRPr sz="1200" b="0">
                <a:solidFill>
                  <a:srgbClr val="ABB7C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BB7CB"/>
                </a:solidFill>
              </a:defRPr>
            </a:pPr>
            <a:r>
              <a:rPr sz="1200" b="0">
                <a:solidFill>
                  <a:srgbClr val="ABB7CB"/>
                </a:solidFill>
              </a:rPr>
              <a:t>Your life. Your agent. One workspace.</a:t>
            </a:r>
          </a:p>
        </p:txBody>
      </p:sp>
    </p:spTree>
    <p:extLst>
      <p:ext uri="{BB962C8B-B14F-4D97-AF65-F5344CB8AC3E}">
        <p14:creationId xmlns:p14="http://schemas.microsoft.com/office/powerpoint/2010/main" val="11175746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1B2F2D-FD5D-4589-954A-0193BB0A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75AD9-C885-4319-9431-E04F27C0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3F36B"/>
                </a:solidFill>
              </a:defRPr>
            </a:defPPr>
            <a:lvl1pPr>
              <a:defRPr sz="1050" b="1">
                <a:solidFill>
                  <a:srgbClr val="C3F36B"/>
                </a:solidFill>
              </a:defRPr>
            </a:lvl1pPr>
            <a:lvl2pPr>
              <a:defRPr sz="1050" b="1">
                <a:solidFill>
                  <a:srgbClr val="C3F36B"/>
                </a:solidFill>
              </a:defRPr>
            </a:lvl2pPr>
            <a:lvl3pPr>
              <a:defRPr sz="1050" b="1">
                <a:solidFill>
                  <a:srgbClr val="C3F36B"/>
                </a:solidFill>
              </a:defRPr>
            </a:lvl3pPr>
            <a:lvl4pPr>
              <a:defRPr sz="1050" b="1">
                <a:solidFill>
                  <a:srgbClr val="C3F36B"/>
                </a:solidFill>
              </a:defRPr>
            </a:lvl4pPr>
            <a:lvl5pPr>
              <a:defRPr sz="1050" b="1">
                <a:solidFill>
                  <a:srgbClr val="C3F36B"/>
                </a:solidFill>
              </a:defRPr>
            </a:lvl5pPr>
            <a:lvl6pPr>
              <a:defRPr sz="1050" b="1">
                <a:solidFill>
                  <a:srgbClr val="C3F36B"/>
                </a:solidFill>
              </a:defRPr>
            </a:lvl6pPr>
            <a:lvl7pPr>
              <a:defRPr sz="1050" b="1">
                <a:solidFill>
                  <a:srgbClr val="C3F36B"/>
                </a:solidFill>
              </a:defRPr>
            </a:lvl7pPr>
            <a:lvl8pPr>
              <a:defRPr sz="1050" b="1">
                <a:solidFill>
                  <a:srgbClr val="C3F36B"/>
                </a:solidFill>
              </a:defRPr>
            </a:lvl8pPr>
            <a:lvl9pPr>
              <a:defRPr sz="1050" b="1">
                <a:solidFill>
                  <a:srgbClr val="C3F36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C3F36B"/>
                </a:solidFill>
              </a:defRPr>
            </a:pPr>
            <a:r>
              <a:rPr sz="1050" b="1">
                <a:solidFill>
                  <a:srgbClr val="C3F36B"/>
                </a:solidFill>
              </a:rPr>
              <a:t>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E9A93-0E1E-49E7-AB04-3631CA89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7F8FC"/>
                </a:solidFill>
              </a:defRPr>
            </a:defPPr>
            <a:lvl1pPr>
              <a:defRPr sz="3150" b="1">
                <a:solidFill>
                  <a:srgbClr val="F7F8FC"/>
                </a:solidFill>
              </a:defRPr>
            </a:lvl1pPr>
            <a:lvl2pPr>
              <a:defRPr sz="3150" b="1">
                <a:solidFill>
                  <a:srgbClr val="F7F8FC"/>
                </a:solidFill>
              </a:defRPr>
            </a:lvl2pPr>
            <a:lvl3pPr>
              <a:defRPr sz="3150" b="1">
                <a:solidFill>
                  <a:srgbClr val="F7F8FC"/>
                </a:solidFill>
              </a:defRPr>
            </a:lvl3pPr>
            <a:lvl4pPr>
              <a:defRPr sz="3150" b="1">
                <a:solidFill>
                  <a:srgbClr val="F7F8FC"/>
                </a:solidFill>
              </a:defRPr>
            </a:lvl4pPr>
            <a:lvl5pPr>
              <a:defRPr sz="3150" b="1">
                <a:solidFill>
                  <a:srgbClr val="F7F8FC"/>
                </a:solidFill>
              </a:defRPr>
            </a:lvl5pPr>
            <a:lvl6pPr>
              <a:defRPr sz="3150" b="1">
                <a:solidFill>
                  <a:srgbClr val="F7F8FC"/>
                </a:solidFill>
              </a:defRPr>
            </a:lvl6pPr>
            <a:lvl7pPr>
              <a:defRPr sz="3150" b="1">
                <a:solidFill>
                  <a:srgbClr val="F7F8FC"/>
                </a:solidFill>
              </a:defRPr>
            </a:lvl7pPr>
            <a:lvl8pPr>
              <a:defRPr sz="3150" b="1">
                <a:solidFill>
                  <a:srgbClr val="F7F8FC"/>
                </a:solidFill>
              </a:defRPr>
            </a:lvl8pPr>
            <a:lvl9pPr>
              <a:defRPr sz="3150" b="1">
                <a:solidFill>
                  <a:srgbClr val="F7F8FC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7F8FC"/>
                </a:solidFill>
              </a:defRPr>
            </a:pPr>
            <a:r>
              <a:rPr sz="3150" b="1">
                <a:solidFill>
                  <a:srgbClr val="F7F8FC"/>
                </a:solidFill>
              </a:rPr>
              <a:t>Good intentions get lost between tools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51AEE-F69F-4DAF-989E-55B7BEDF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8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CC032-037B-46B7-86FA-739A4DDE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ABB7CB"/>
                </a:solidFill>
              </a:defRPr>
            </a:defPPr>
            <a:lvl1pPr>
              <a:defRPr sz="975" b="1">
                <a:solidFill>
                  <a:srgbClr val="ABB7CB"/>
                </a:solidFill>
              </a:defRPr>
            </a:lvl1pPr>
            <a:lvl2pPr>
              <a:defRPr sz="975" b="1">
                <a:solidFill>
                  <a:srgbClr val="ABB7CB"/>
                </a:solidFill>
              </a:defRPr>
            </a:lvl2pPr>
            <a:lvl3pPr>
              <a:defRPr sz="975" b="1">
                <a:solidFill>
                  <a:srgbClr val="ABB7CB"/>
                </a:solidFill>
              </a:defRPr>
            </a:lvl3pPr>
            <a:lvl4pPr>
              <a:defRPr sz="975" b="1">
                <a:solidFill>
                  <a:srgbClr val="ABB7CB"/>
                </a:solidFill>
              </a:defRPr>
            </a:lvl4pPr>
            <a:lvl5pPr>
              <a:defRPr sz="975" b="1">
                <a:solidFill>
                  <a:srgbClr val="ABB7CB"/>
                </a:solidFill>
              </a:defRPr>
            </a:lvl5pPr>
            <a:lvl6pPr>
              <a:defRPr sz="975" b="1">
                <a:solidFill>
                  <a:srgbClr val="ABB7CB"/>
                </a:solidFill>
              </a:defRPr>
            </a:lvl6pPr>
            <a:lvl7pPr>
              <a:defRPr sz="975" b="1">
                <a:solidFill>
                  <a:srgbClr val="ABB7CB"/>
                </a:solidFill>
              </a:defRPr>
            </a:lvl7pPr>
            <a:lvl8pPr>
              <a:defRPr sz="975" b="1">
                <a:solidFill>
                  <a:srgbClr val="ABB7CB"/>
                </a:solidFill>
              </a:defRPr>
            </a:lvl8pPr>
            <a:lvl9pPr>
              <a:defRPr sz="975" b="1">
                <a:solidFill>
                  <a:srgbClr val="ABB7C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BB7CB"/>
                </a:solidFill>
              </a:defRPr>
            </a:pPr>
            <a:r>
              <a:rPr sz="975" b="1">
                <a:solidFill>
                  <a:srgbClr val="ABB7CB"/>
                </a:solidFill>
              </a:rPr>
              <a:t>LifeOS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876B6-FA46-444D-A916-23A091E1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ABB7CB"/>
                </a:solidFill>
              </a:defRPr>
            </a:defPPr>
            <a:lvl1pPr>
              <a:defRPr sz="975" b="1">
                <a:solidFill>
                  <a:srgbClr val="ABB7CB"/>
                </a:solidFill>
              </a:defRPr>
            </a:lvl1pPr>
            <a:lvl2pPr>
              <a:defRPr sz="975" b="1">
                <a:solidFill>
                  <a:srgbClr val="ABB7CB"/>
                </a:solidFill>
              </a:defRPr>
            </a:lvl2pPr>
            <a:lvl3pPr>
              <a:defRPr sz="975" b="1">
                <a:solidFill>
                  <a:srgbClr val="ABB7CB"/>
                </a:solidFill>
              </a:defRPr>
            </a:lvl3pPr>
            <a:lvl4pPr>
              <a:defRPr sz="975" b="1">
                <a:solidFill>
                  <a:srgbClr val="ABB7CB"/>
                </a:solidFill>
              </a:defRPr>
            </a:lvl4pPr>
            <a:lvl5pPr>
              <a:defRPr sz="975" b="1">
                <a:solidFill>
                  <a:srgbClr val="ABB7CB"/>
                </a:solidFill>
              </a:defRPr>
            </a:lvl5pPr>
            <a:lvl6pPr>
              <a:defRPr sz="975" b="1">
                <a:solidFill>
                  <a:srgbClr val="ABB7CB"/>
                </a:solidFill>
              </a:defRPr>
            </a:lvl6pPr>
            <a:lvl7pPr>
              <a:defRPr sz="975" b="1">
                <a:solidFill>
                  <a:srgbClr val="ABB7CB"/>
                </a:solidFill>
              </a:defRPr>
            </a:lvl7pPr>
            <a:lvl8pPr>
              <a:defRPr sz="975" b="1">
                <a:solidFill>
                  <a:srgbClr val="ABB7CB"/>
                </a:solidFill>
              </a:defRPr>
            </a:lvl8pPr>
            <a:lvl9pPr>
              <a:defRPr sz="975" b="1">
                <a:solidFill>
                  <a:srgbClr val="ABB7C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BB7CB"/>
                </a:solidFill>
              </a:defRPr>
            </a:pPr>
            <a:r>
              <a:rPr sz="975" b="1">
                <a:solidFill>
                  <a:srgbClr val="ABB7CB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508A7-4F99-4542-8593-F90A358B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21A2C"/>
          </a:solidFill>
          <a:ln xmlns:a="http://schemas.openxmlformats.org/drawingml/2006/main" w="9525">
            <a:solidFill>
              <a:srgbClr val="2C38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1200D-4CCA-482D-AD0D-223405F7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05FC1-172A-4A6F-A7E3-CE2604EC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336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7F8FC"/>
                </a:solidFill>
              </a:defRPr>
            </a:defPPr>
            <a:lvl1pPr>
              <a:defRPr sz="1650" b="1">
                <a:solidFill>
                  <a:srgbClr val="F7F8FC"/>
                </a:solidFill>
              </a:defRPr>
            </a:lvl1pPr>
            <a:lvl2pPr>
              <a:defRPr sz="1650" b="1">
                <a:solidFill>
                  <a:srgbClr val="F7F8FC"/>
                </a:solidFill>
              </a:defRPr>
            </a:lvl2pPr>
            <a:lvl3pPr>
              <a:defRPr sz="1650" b="1">
                <a:solidFill>
                  <a:srgbClr val="F7F8FC"/>
                </a:solidFill>
              </a:defRPr>
            </a:lvl3pPr>
            <a:lvl4pPr>
              <a:defRPr sz="1650" b="1">
                <a:solidFill>
                  <a:srgbClr val="F7F8FC"/>
                </a:solidFill>
              </a:defRPr>
            </a:lvl4pPr>
            <a:lvl5pPr>
              <a:defRPr sz="1650" b="1">
                <a:solidFill>
                  <a:srgbClr val="F7F8FC"/>
                </a:solidFill>
              </a:defRPr>
            </a:lvl5pPr>
            <a:lvl6pPr>
              <a:defRPr sz="1650" b="1">
                <a:solidFill>
                  <a:srgbClr val="F7F8FC"/>
                </a:solidFill>
              </a:defRPr>
            </a:lvl6pPr>
            <a:lvl7pPr>
              <a:defRPr sz="1650" b="1">
                <a:solidFill>
                  <a:srgbClr val="F7F8FC"/>
                </a:solidFill>
              </a:defRPr>
            </a:lvl7pPr>
            <a:lvl8pPr>
              <a:defRPr sz="1650" b="1">
                <a:solidFill>
                  <a:srgbClr val="F7F8FC"/>
                </a:solidFill>
              </a:defRPr>
            </a:lvl8pPr>
            <a:lvl9pPr>
              <a:defRPr sz="1650" b="1">
                <a:solidFill>
                  <a:srgbClr val="F7F8FC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7F8FC"/>
                </a:solidFill>
              </a:defRPr>
            </a:pPr>
            <a:r>
              <a:rPr sz="1650" b="1">
                <a:solidFill>
                  <a:srgbClr val="F7F8FC"/>
                </a:solidFill>
              </a:rPr>
              <a:t>Tasks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2A3606-2DF1-4DB6-AFB4-3B221536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5750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BB7CB"/>
                </a:solidFill>
              </a:defRPr>
            </a:defPPr>
            <a:lvl1pPr>
              <a:defRPr sz="1200" b="0">
                <a:solidFill>
                  <a:srgbClr val="ABB7CB"/>
                </a:solidFill>
              </a:defRPr>
            </a:lvl1pPr>
            <a:lvl2pPr>
              <a:defRPr sz="1200" b="0">
                <a:solidFill>
                  <a:srgbClr val="ABB7CB"/>
                </a:solidFill>
              </a:defRPr>
            </a:lvl2pPr>
            <a:lvl3pPr>
              <a:defRPr sz="1200" b="0">
                <a:solidFill>
                  <a:srgbClr val="ABB7CB"/>
                </a:solidFill>
              </a:defRPr>
            </a:lvl3pPr>
            <a:lvl4pPr>
              <a:defRPr sz="1200" b="0">
                <a:solidFill>
                  <a:srgbClr val="ABB7CB"/>
                </a:solidFill>
              </a:defRPr>
            </a:lvl4pPr>
            <a:lvl5pPr>
              <a:defRPr sz="1200" b="0">
                <a:solidFill>
                  <a:srgbClr val="ABB7CB"/>
                </a:solidFill>
              </a:defRPr>
            </a:lvl5pPr>
            <a:lvl6pPr>
              <a:defRPr sz="1200" b="0">
                <a:solidFill>
                  <a:srgbClr val="ABB7CB"/>
                </a:solidFill>
              </a:defRPr>
            </a:lvl6pPr>
            <a:lvl7pPr>
              <a:defRPr sz="1200" b="0">
                <a:solidFill>
                  <a:srgbClr val="ABB7CB"/>
                </a:solidFill>
              </a:defRPr>
            </a:lvl7pPr>
            <a:lvl8pPr>
              <a:defRPr sz="1200" b="0">
                <a:solidFill>
                  <a:srgbClr val="ABB7CB"/>
                </a:solidFill>
              </a:defRPr>
            </a:lvl8pPr>
            <a:lvl9pPr>
              <a:defRPr sz="1200" b="0">
                <a:solidFill>
                  <a:srgbClr val="ABB7C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BB7CB"/>
                </a:solidFill>
              </a:defRPr>
            </a:pPr>
            <a:r>
              <a:rPr sz="1200" b="0">
                <a:solidFill>
                  <a:srgbClr val="ABB7CB"/>
                </a:solidFill>
              </a:rPr>
              <a:t>What needs attention?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260F1-0AC5-46B0-8887-A55E440E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21A2C"/>
          </a:solidFill>
          <a:ln xmlns:a="http://schemas.openxmlformats.org/drawingml/2006/main" w="9525">
            <a:solidFill>
              <a:srgbClr val="2C385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0D127-E292-4A2F-94AE-C96A8144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812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B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ECB13-843E-4010-91CD-07961310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336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7F8FC"/>
                </a:solidFill>
              </a:defRPr>
            </a:defPPr>
            <a:lvl1pPr>
              <a:defRPr sz="1650" b="1">
                <a:solidFill>
                  <a:srgbClr val="F7F8FC"/>
                </a:solidFill>
              </a:defRPr>
            </a:lvl1pPr>
            <a:lvl2pPr>
              <a:defRPr sz="1650" b="1">
                <a:solidFill>
                  <a:srgbClr val="F7F8FC"/>
                </a:solidFill>
              </a:defRPr>
            </a:lvl2pPr>
            <a:lvl3pPr>
              <a:defRPr sz="1650" b="1">
                <a:solidFill>
                  <a:srgbClr val="F7F8FC"/>
                </a:solidFill>
              </a:defRPr>
            </a:lvl3pPr>
            <a:lvl4pPr>
              <a:defRPr sz="1650" b="1">
                <a:solidFill>
                  <a:srgbClr val="F7F8FC"/>
                </a:solidFill>
              </a:defRPr>
            </a:lvl4pPr>
            <a:lvl5pPr>
              <a:defRPr sz="1650" b="1">
                <a:solidFill>
                  <a:srgbClr val="F7F8FC"/>
                </a:solidFill>
              </a:defRPr>
            </a:lvl5pPr>
            <a:lvl6pPr>
              <a:defRPr sz="1650" b="1">
                <a:solidFill>
                  <a:srgbClr val="F7F8FC"/>
                </a:solidFill>
              </a:defRPr>
            </a:lvl6pPr>
            <a:lvl7pPr>
              <a:defRPr sz="1650" b="1">
                <a:solidFill>
                  <a:srgbClr val="F7F8FC"/>
                </a:solidFill>
              </a:defRPr>
            </a:lvl7pPr>
            <a:lvl8pPr>
              <a:defRPr sz="1650" b="1">
                <a:solidFill>
                  <a:srgbClr val="F7F8FC"/>
                </a:solidFill>
              </a:defRPr>
            </a:lvl8pPr>
            <a:lvl9pPr>
              <a:defRPr sz="1650" b="1">
                <a:solidFill>
                  <a:srgbClr val="F7F8FC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7F8FC"/>
                </a:solidFill>
              </a:defRPr>
            </a:pPr>
            <a:r>
              <a:rPr sz="1650" b="1">
                <a:solidFill>
                  <a:srgbClr val="F7F8FC"/>
                </a:solidFill>
              </a:rPr>
              <a:t>Calendar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75AC1A-5D62-4EA4-9802-BF2E050B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5750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BB7CB"/>
                </a:solidFill>
              </a:defRPr>
            </a:defPPr>
            <a:lvl1pPr>
              <a:defRPr sz="1200" b="0">
                <a:solidFill>
                  <a:srgbClr val="ABB7CB"/>
                </a:solidFill>
              </a:defRPr>
            </a:lvl1pPr>
            <a:lvl2pPr>
              <a:defRPr sz="1200" b="0">
                <a:solidFill>
                  <a:srgbClr val="ABB7CB"/>
                </a:solidFill>
              </a:defRPr>
            </a:lvl2pPr>
            <a:lvl3pPr>
              <a:defRPr sz="1200" b="0">
                <a:solidFill>
                  <a:srgbClr val="ABB7CB"/>
                </a:solidFill>
              </a:defRPr>
            </a:lvl3pPr>
            <a:lvl4pPr>
              <a:defRPr sz="1200" b="0">
                <a:solidFill>
                  <a:srgbClr val="ABB7CB"/>
                </a:solidFill>
              </a:defRPr>
            </a:lvl4pPr>
            <a:lvl5pPr>
              <a:defRPr sz="1200" b="0">
                <a:solidFill>
                  <a:srgbClr val="ABB7CB"/>
                </a:solidFill>
              </a:defRPr>
            </a:lvl5pPr>
            <a:lvl6pPr>
              <a:defRPr sz="1200" b="0">
                <a:solidFill>
                  <a:srgbClr val="ABB7CB"/>
                </a:solidFill>
              </a:defRPr>
            </a:lvl6pPr>
            <a:lvl7pPr>
              <a:defRPr sz="1200" b="0">
                <a:solidFill>
                  <a:srgbClr val="ABB7CB"/>
                </a:solidFill>
              </a:defRPr>
            </a:lvl7pPr>
            <a:lvl8pPr>
              <a:defRPr sz="1200" b="0">
                <a:solidFill>
                  <a:srgbClr val="ABB7CB"/>
                </a:solidFill>
              </a:defRPr>
            </a:lvl8pPr>
            <a:lvl9pPr>
              <a:defRPr sz="1200" b="0">
                <a:solidFill>
                  <a:srgbClr val="ABB7C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BB7CB"/>
                </a:solidFill>
              </a:defRPr>
            </a:pPr>
            <a:r>
              <a:rPr sz="1200" b="0">
                <a:solidFill>
                  <a:srgbClr val="ABB7CB"/>
                </a:solidFill>
              </a:rPr>
              <a:t>Where can it fit?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F0F03D-5593-49B7-A46B-33DC93DA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21A2C"/>
          </a:solidFill>
          <a:ln xmlns:a="http://schemas.openxmlformats.org/drawingml/2006/main" w="9525">
            <a:solidFill>
              <a:srgbClr val="2C38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F8A3B0-6C7F-4487-A84C-2D55141B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812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E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AE0933-8BCC-4002-A190-4D1F758F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336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7F8FC"/>
                </a:solidFill>
              </a:defRPr>
            </a:defPPr>
            <a:lvl1pPr>
              <a:defRPr sz="1650" b="1">
                <a:solidFill>
                  <a:srgbClr val="F7F8FC"/>
                </a:solidFill>
              </a:defRPr>
            </a:lvl1pPr>
            <a:lvl2pPr>
              <a:defRPr sz="1650" b="1">
                <a:solidFill>
                  <a:srgbClr val="F7F8FC"/>
                </a:solidFill>
              </a:defRPr>
            </a:lvl2pPr>
            <a:lvl3pPr>
              <a:defRPr sz="1650" b="1">
                <a:solidFill>
                  <a:srgbClr val="F7F8FC"/>
                </a:solidFill>
              </a:defRPr>
            </a:lvl3pPr>
            <a:lvl4pPr>
              <a:defRPr sz="1650" b="1">
                <a:solidFill>
                  <a:srgbClr val="F7F8FC"/>
                </a:solidFill>
              </a:defRPr>
            </a:lvl4pPr>
            <a:lvl5pPr>
              <a:defRPr sz="1650" b="1">
                <a:solidFill>
                  <a:srgbClr val="F7F8FC"/>
                </a:solidFill>
              </a:defRPr>
            </a:lvl5pPr>
            <a:lvl6pPr>
              <a:defRPr sz="1650" b="1">
                <a:solidFill>
                  <a:srgbClr val="F7F8FC"/>
                </a:solidFill>
              </a:defRPr>
            </a:lvl6pPr>
            <a:lvl7pPr>
              <a:defRPr sz="1650" b="1">
                <a:solidFill>
                  <a:srgbClr val="F7F8FC"/>
                </a:solidFill>
              </a:defRPr>
            </a:lvl7pPr>
            <a:lvl8pPr>
              <a:defRPr sz="1650" b="1">
                <a:solidFill>
                  <a:srgbClr val="F7F8FC"/>
                </a:solidFill>
              </a:defRPr>
            </a:lvl8pPr>
            <a:lvl9pPr>
              <a:defRPr sz="1650" b="1">
                <a:solidFill>
                  <a:srgbClr val="F7F8FC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7F8FC"/>
                </a:solidFill>
              </a:defRPr>
            </a:pPr>
            <a:r>
              <a:rPr sz="1650" b="1">
                <a:solidFill>
                  <a:srgbClr val="F7F8FC"/>
                </a:solidFill>
              </a:rPr>
              <a:t>Goals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B82D0C-1D67-4C2B-AAC9-D66184A6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5750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BB7CB"/>
                </a:solidFill>
              </a:defRPr>
            </a:defPPr>
            <a:lvl1pPr>
              <a:defRPr sz="1200" b="0">
                <a:solidFill>
                  <a:srgbClr val="ABB7CB"/>
                </a:solidFill>
              </a:defRPr>
            </a:lvl1pPr>
            <a:lvl2pPr>
              <a:defRPr sz="1200" b="0">
                <a:solidFill>
                  <a:srgbClr val="ABB7CB"/>
                </a:solidFill>
              </a:defRPr>
            </a:lvl2pPr>
            <a:lvl3pPr>
              <a:defRPr sz="1200" b="0">
                <a:solidFill>
                  <a:srgbClr val="ABB7CB"/>
                </a:solidFill>
              </a:defRPr>
            </a:lvl3pPr>
            <a:lvl4pPr>
              <a:defRPr sz="1200" b="0">
                <a:solidFill>
                  <a:srgbClr val="ABB7CB"/>
                </a:solidFill>
              </a:defRPr>
            </a:lvl4pPr>
            <a:lvl5pPr>
              <a:defRPr sz="1200" b="0">
                <a:solidFill>
                  <a:srgbClr val="ABB7CB"/>
                </a:solidFill>
              </a:defRPr>
            </a:lvl5pPr>
            <a:lvl6pPr>
              <a:defRPr sz="1200" b="0">
                <a:solidFill>
                  <a:srgbClr val="ABB7CB"/>
                </a:solidFill>
              </a:defRPr>
            </a:lvl6pPr>
            <a:lvl7pPr>
              <a:defRPr sz="1200" b="0">
                <a:solidFill>
                  <a:srgbClr val="ABB7CB"/>
                </a:solidFill>
              </a:defRPr>
            </a:lvl7pPr>
            <a:lvl8pPr>
              <a:defRPr sz="1200" b="0">
                <a:solidFill>
                  <a:srgbClr val="ABB7CB"/>
                </a:solidFill>
              </a:defRPr>
            </a:lvl8pPr>
            <a:lvl9pPr>
              <a:defRPr sz="1200" b="0">
                <a:solidFill>
                  <a:srgbClr val="ABB7C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BB7CB"/>
                </a:solidFill>
              </a:defRPr>
            </a:pPr>
            <a:r>
              <a:rPr sz="1200" b="0">
                <a:solidFill>
                  <a:srgbClr val="ABB7CB"/>
                </a:solidFill>
              </a:rPr>
              <a:t>Does today move me forward?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77F478-E134-45DC-89EB-708D86BD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7F8FC"/>
                </a:solidFill>
              </a:defRPr>
            </a:defPPr>
            <a:lvl1pPr>
              <a:defRPr sz="2250" b="1">
                <a:solidFill>
                  <a:srgbClr val="F7F8FC"/>
                </a:solidFill>
              </a:defRPr>
            </a:lvl1pPr>
            <a:lvl2pPr>
              <a:defRPr sz="2250" b="1">
                <a:solidFill>
                  <a:srgbClr val="F7F8FC"/>
                </a:solidFill>
              </a:defRPr>
            </a:lvl2pPr>
            <a:lvl3pPr>
              <a:defRPr sz="2250" b="1">
                <a:solidFill>
                  <a:srgbClr val="F7F8FC"/>
                </a:solidFill>
              </a:defRPr>
            </a:lvl3pPr>
            <a:lvl4pPr>
              <a:defRPr sz="2250" b="1">
                <a:solidFill>
                  <a:srgbClr val="F7F8FC"/>
                </a:solidFill>
              </a:defRPr>
            </a:lvl4pPr>
            <a:lvl5pPr>
              <a:defRPr sz="2250" b="1">
                <a:solidFill>
                  <a:srgbClr val="F7F8FC"/>
                </a:solidFill>
              </a:defRPr>
            </a:lvl5pPr>
            <a:lvl6pPr>
              <a:defRPr sz="2250" b="1">
                <a:solidFill>
                  <a:srgbClr val="F7F8FC"/>
                </a:solidFill>
              </a:defRPr>
            </a:lvl6pPr>
            <a:lvl7pPr>
              <a:defRPr sz="2250" b="1">
                <a:solidFill>
                  <a:srgbClr val="F7F8FC"/>
                </a:solidFill>
              </a:defRPr>
            </a:lvl7pPr>
            <a:lvl8pPr>
              <a:defRPr sz="2250" b="1">
                <a:solidFill>
                  <a:srgbClr val="F7F8FC"/>
                </a:solidFill>
              </a:defRPr>
            </a:lvl8pPr>
            <a:lvl9pPr>
              <a:defRPr sz="2250" b="1">
                <a:solidFill>
                  <a:srgbClr val="F7F8FC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7F8FC"/>
                </a:solidFill>
              </a:defRPr>
            </a:pPr>
            <a:r>
              <a:rPr sz="2250" b="1">
                <a:solidFill>
                  <a:srgbClr val="F7F8FC"/>
                </a:solidFill>
              </a:rPr>
              <a:t>The friction is not a lack of effort.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FA6C8A-721A-4A57-8B34-EC4E40A7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762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ABB7CB"/>
                </a:solidFill>
              </a:defRPr>
            </a:defPPr>
            <a:lvl1pPr>
              <a:defRPr sz="1650" b="0">
                <a:solidFill>
                  <a:srgbClr val="ABB7CB"/>
                </a:solidFill>
              </a:defRPr>
            </a:lvl1pPr>
            <a:lvl2pPr>
              <a:defRPr sz="1650" b="0">
                <a:solidFill>
                  <a:srgbClr val="ABB7CB"/>
                </a:solidFill>
              </a:defRPr>
            </a:lvl2pPr>
            <a:lvl3pPr>
              <a:defRPr sz="1650" b="0">
                <a:solidFill>
                  <a:srgbClr val="ABB7CB"/>
                </a:solidFill>
              </a:defRPr>
            </a:lvl3pPr>
            <a:lvl4pPr>
              <a:defRPr sz="1650" b="0">
                <a:solidFill>
                  <a:srgbClr val="ABB7CB"/>
                </a:solidFill>
              </a:defRPr>
            </a:lvl4pPr>
            <a:lvl5pPr>
              <a:defRPr sz="1650" b="0">
                <a:solidFill>
                  <a:srgbClr val="ABB7CB"/>
                </a:solidFill>
              </a:defRPr>
            </a:lvl5pPr>
            <a:lvl6pPr>
              <a:defRPr sz="1650" b="0">
                <a:solidFill>
                  <a:srgbClr val="ABB7CB"/>
                </a:solidFill>
              </a:defRPr>
            </a:lvl6pPr>
            <a:lvl7pPr>
              <a:defRPr sz="1650" b="0">
                <a:solidFill>
                  <a:srgbClr val="ABB7CB"/>
                </a:solidFill>
              </a:defRPr>
            </a:lvl7pPr>
            <a:lvl8pPr>
              <a:defRPr sz="1650" b="0">
                <a:solidFill>
                  <a:srgbClr val="ABB7CB"/>
                </a:solidFill>
              </a:defRPr>
            </a:lvl8pPr>
            <a:lvl9pPr>
              <a:defRPr sz="1650" b="0">
                <a:solidFill>
                  <a:srgbClr val="ABB7C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BB7CB"/>
                </a:solidFill>
              </a:defRPr>
            </a:pPr>
            <a:r>
              <a:rPr sz="1650" b="0">
                <a:solidFill>
                  <a:srgbClr val="ABB7CB"/>
                </a:solidFill>
              </a:rPr>
              <a:t>It is the repeated work of deciding what matters,</a:t>
            </a:r>
          </a:p>
          <a:p xmlns:a="http://schemas.openxmlformats.org/drawingml/2006/main">
            <a:pPr>
              <a:defRPr sz="1650" b="0">
                <a:solidFill>
                  <a:srgbClr val="ABB7CB"/>
                </a:solidFill>
              </a:defRPr>
            </a:pPr>
            <a:r>
              <a:rPr sz="1650" b="0">
                <a:solidFill>
                  <a:srgbClr val="ABB7CB"/>
                </a:solidFill>
              </a:rPr>
              <a:t>checking commitments, and replanning when life changes.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489BDB-33CF-48A1-84CC-1462E7A7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C3F36B"/>
                </a:solidFill>
              </a:defRPr>
            </a:defPPr>
            <a:lvl1pPr>
              <a:defRPr sz="1350" b="1">
                <a:solidFill>
                  <a:srgbClr val="C3F36B"/>
                </a:solidFill>
              </a:defRPr>
            </a:lvl1pPr>
            <a:lvl2pPr>
              <a:defRPr sz="1350" b="1">
                <a:solidFill>
                  <a:srgbClr val="C3F36B"/>
                </a:solidFill>
              </a:defRPr>
            </a:lvl2pPr>
            <a:lvl3pPr>
              <a:defRPr sz="1350" b="1">
                <a:solidFill>
                  <a:srgbClr val="C3F36B"/>
                </a:solidFill>
              </a:defRPr>
            </a:lvl3pPr>
            <a:lvl4pPr>
              <a:defRPr sz="1350" b="1">
                <a:solidFill>
                  <a:srgbClr val="C3F36B"/>
                </a:solidFill>
              </a:defRPr>
            </a:lvl4pPr>
            <a:lvl5pPr>
              <a:defRPr sz="1350" b="1">
                <a:solidFill>
                  <a:srgbClr val="C3F36B"/>
                </a:solidFill>
              </a:defRPr>
            </a:lvl5pPr>
            <a:lvl6pPr>
              <a:defRPr sz="1350" b="1">
                <a:solidFill>
                  <a:srgbClr val="C3F36B"/>
                </a:solidFill>
              </a:defRPr>
            </a:lvl6pPr>
            <a:lvl7pPr>
              <a:defRPr sz="1350" b="1">
                <a:solidFill>
                  <a:srgbClr val="C3F36B"/>
                </a:solidFill>
              </a:defRPr>
            </a:lvl7pPr>
            <a:lvl8pPr>
              <a:defRPr sz="1350" b="1">
                <a:solidFill>
                  <a:srgbClr val="C3F36B"/>
                </a:solidFill>
              </a:defRPr>
            </a:lvl8pPr>
            <a:lvl9pPr>
              <a:defRPr sz="1350" b="1">
                <a:solidFill>
                  <a:srgbClr val="C3F36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C3F36B"/>
                </a:solidFill>
              </a:defRPr>
            </a:pPr>
            <a:r>
              <a:rPr sz="1350" b="1">
                <a:solidFill>
                  <a:srgbClr val="C3F36B"/>
                </a:solidFill>
              </a:rPr>
              <a:t>LifeOS brings those decisions into one place.</a:t>
            </a:r>
          </a:p>
        </p:txBody>
      </p:sp>
    </p:spTree>
    <p:extLst>
      <p:ext uri="{BB962C8B-B14F-4D97-AF65-F5344CB8AC3E}">
        <p14:creationId xmlns:p14="http://schemas.microsoft.com/office/powerpoint/2010/main" val="11868273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397870-A431-43AA-B084-7BAC06C3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02A59-2A83-421D-9847-229874A1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3F36B"/>
                </a:solidFill>
              </a:defRPr>
            </a:defPPr>
            <a:lvl1pPr>
              <a:defRPr sz="1050" b="1">
                <a:solidFill>
                  <a:srgbClr val="C3F36B"/>
                </a:solidFill>
              </a:defRPr>
            </a:lvl1pPr>
            <a:lvl2pPr>
              <a:defRPr sz="1050" b="1">
                <a:solidFill>
                  <a:srgbClr val="C3F36B"/>
                </a:solidFill>
              </a:defRPr>
            </a:lvl2pPr>
            <a:lvl3pPr>
              <a:defRPr sz="1050" b="1">
                <a:solidFill>
                  <a:srgbClr val="C3F36B"/>
                </a:solidFill>
              </a:defRPr>
            </a:lvl3pPr>
            <a:lvl4pPr>
              <a:defRPr sz="1050" b="1">
                <a:solidFill>
                  <a:srgbClr val="C3F36B"/>
                </a:solidFill>
              </a:defRPr>
            </a:lvl4pPr>
            <a:lvl5pPr>
              <a:defRPr sz="1050" b="1">
                <a:solidFill>
                  <a:srgbClr val="C3F36B"/>
                </a:solidFill>
              </a:defRPr>
            </a:lvl5pPr>
            <a:lvl6pPr>
              <a:defRPr sz="1050" b="1">
                <a:solidFill>
                  <a:srgbClr val="C3F36B"/>
                </a:solidFill>
              </a:defRPr>
            </a:lvl6pPr>
            <a:lvl7pPr>
              <a:defRPr sz="1050" b="1">
                <a:solidFill>
                  <a:srgbClr val="C3F36B"/>
                </a:solidFill>
              </a:defRPr>
            </a:lvl7pPr>
            <a:lvl8pPr>
              <a:defRPr sz="1050" b="1">
                <a:solidFill>
                  <a:srgbClr val="C3F36B"/>
                </a:solidFill>
              </a:defRPr>
            </a:lvl8pPr>
            <a:lvl9pPr>
              <a:defRPr sz="1050" b="1">
                <a:solidFill>
                  <a:srgbClr val="C3F36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C3F36B"/>
                </a:solidFill>
              </a:defRPr>
            </a:pPr>
            <a:r>
              <a:rPr sz="1050" b="1">
                <a:solidFill>
                  <a:srgbClr val="C3F36B"/>
                </a:solidFill>
              </a:rPr>
              <a:t>THE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17D98-63AE-45B4-B928-53C8CA46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7F8FC"/>
                </a:solidFill>
              </a:defRPr>
            </a:defPPr>
            <a:lvl1pPr>
              <a:defRPr sz="3150" b="1">
                <a:solidFill>
                  <a:srgbClr val="F7F8FC"/>
                </a:solidFill>
              </a:defRPr>
            </a:lvl1pPr>
            <a:lvl2pPr>
              <a:defRPr sz="3150" b="1">
                <a:solidFill>
                  <a:srgbClr val="F7F8FC"/>
                </a:solidFill>
              </a:defRPr>
            </a:lvl2pPr>
            <a:lvl3pPr>
              <a:defRPr sz="3150" b="1">
                <a:solidFill>
                  <a:srgbClr val="F7F8FC"/>
                </a:solidFill>
              </a:defRPr>
            </a:lvl3pPr>
            <a:lvl4pPr>
              <a:defRPr sz="3150" b="1">
                <a:solidFill>
                  <a:srgbClr val="F7F8FC"/>
                </a:solidFill>
              </a:defRPr>
            </a:lvl4pPr>
            <a:lvl5pPr>
              <a:defRPr sz="3150" b="1">
                <a:solidFill>
                  <a:srgbClr val="F7F8FC"/>
                </a:solidFill>
              </a:defRPr>
            </a:lvl5pPr>
            <a:lvl6pPr>
              <a:defRPr sz="3150" b="1">
                <a:solidFill>
                  <a:srgbClr val="F7F8FC"/>
                </a:solidFill>
              </a:defRPr>
            </a:lvl6pPr>
            <a:lvl7pPr>
              <a:defRPr sz="3150" b="1">
                <a:solidFill>
                  <a:srgbClr val="F7F8FC"/>
                </a:solidFill>
              </a:defRPr>
            </a:lvl7pPr>
            <a:lvl8pPr>
              <a:defRPr sz="3150" b="1">
                <a:solidFill>
                  <a:srgbClr val="F7F8FC"/>
                </a:solidFill>
              </a:defRPr>
            </a:lvl8pPr>
            <a:lvl9pPr>
              <a:defRPr sz="3150" b="1">
                <a:solidFill>
                  <a:srgbClr val="F7F8FC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7F8FC"/>
                </a:solidFill>
              </a:defRPr>
            </a:pPr>
            <a:r>
              <a:rPr sz="3150" b="1">
                <a:solidFill>
                  <a:srgbClr val="F7F8FC"/>
                </a:solidFill>
              </a:rPr>
              <a:t>One workspace. A shared path for people and AI.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90AD1-6BCB-4080-BFDD-FE0E338C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8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F8DF7-341A-4D7B-9ADD-02B7517E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ABB7CB"/>
                </a:solidFill>
              </a:defRPr>
            </a:defPPr>
            <a:lvl1pPr>
              <a:defRPr sz="975" b="1">
                <a:solidFill>
                  <a:srgbClr val="ABB7CB"/>
                </a:solidFill>
              </a:defRPr>
            </a:lvl1pPr>
            <a:lvl2pPr>
              <a:defRPr sz="975" b="1">
                <a:solidFill>
                  <a:srgbClr val="ABB7CB"/>
                </a:solidFill>
              </a:defRPr>
            </a:lvl2pPr>
            <a:lvl3pPr>
              <a:defRPr sz="975" b="1">
                <a:solidFill>
                  <a:srgbClr val="ABB7CB"/>
                </a:solidFill>
              </a:defRPr>
            </a:lvl3pPr>
            <a:lvl4pPr>
              <a:defRPr sz="975" b="1">
                <a:solidFill>
                  <a:srgbClr val="ABB7CB"/>
                </a:solidFill>
              </a:defRPr>
            </a:lvl4pPr>
            <a:lvl5pPr>
              <a:defRPr sz="975" b="1">
                <a:solidFill>
                  <a:srgbClr val="ABB7CB"/>
                </a:solidFill>
              </a:defRPr>
            </a:lvl5pPr>
            <a:lvl6pPr>
              <a:defRPr sz="975" b="1">
                <a:solidFill>
                  <a:srgbClr val="ABB7CB"/>
                </a:solidFill>
              </a:defRPr>
            </a:lvl6pPr>
            <a:lvl7pPr>
              <a:defRPr sz="975" b="1">
                <a:solidFill>
                  <a:srgbClr val="ABB7CB"/>
                </a:solidFill>
              </a:defRPr>
            </a:lvl7pPr>
            <a:lvl8pPr>
              <a:defRPr sz="975" b="1">
                <a:solidFill>
                  <a:srgbClr val="ABB7CB"/>
                </a:solidFill>
              </a:defRPr>
            </a:lvl8pPr>
            <a:lvl9pPr>
              <a:defRPr sz="975" b="1">
                <a:solidFill>
                  <a:srgbClr val="ABB7C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BB7CB"/>
                </a:solidFill>
              </a:defRPr>
            </a:pPr>
            <a:r>
              <a:rPr sz="975" b="1">
                <a:solidFill>
                  <a:srgbClr val="ABB7CB"/>
                </a:solidFill>
              </a:rPr>
              <a:t>LifeOS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03091-EFC1-46A6-B17F-1BDD3E79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ABB7CB"/>
                </a:solidFill>
              </a:defRPr>
            </a:defPPr>
            <a:lvl1pPr>
              <a:defRPr sz="975" b="1">
                <a:solidFill>
                  <a:srgbClr val="ABB7CB"/>
                </a:solidFill>
              </a:defRPr>
            </a:lvl1pPr>
            <a:lvl2pPr>
              <a:defRPr sz="975" b="1">
                <a:solidFill>
                  <a:srgbClr val="ABB7CB"/>
                </a:solidFill>
              </a:defRPr>
            </a:lvl2pPr>
            <a:lvl3pPr>
              <a:defRPr sz="975" b="1">
                <a:solidFill>
                  <a:srgbClr val="ABB7CB"/>
                </a:solidFill>
              </a:defRPr>
            </a:lvl3pPr>
            <a:lvl4pPr>
              <a:defRPr sz="975" b="1">
                <a:solidFill>
                  <a:srgbClr val="ABB7CB"/>
                </a:solidFill>
              </a:defRPr>
            </a:lvl4pPr>
            <a:lvl5pPr>
              <a:defRPr sz="975" b="1">
                <a:solidFill>
                  <a:srgbClr val="ABB7CB"/>
                </a:solidFill>
              </a:defRPr>
            </a:lvl5pPr>
            <a:lvl6pPr>
              <a:defRPr sz="975" b="1">
                <a:solidFill>
                  <a:srgbClr val="ABB7CB"/>
                </a:solidFill>
              </a:defRPr>
            </a:lvl6pPr>
            <a:lvl7pPr>
              <a:defRPr sz="975" b="1">
                <a:solidFill>
                  <a:srgbClr val="ABB7CB"/>
                </a:solidFill>
              </a:defRPr>
            </a:lvl7pPr>
            <a:lvl8pPr>
              <a:defRPr sz="975" b="1">
                <a:solidFill>
                  <a:srgbClr val="ABB7CB"/>
                </a:solidFill>
              </a:defRPr>
            </a:lvl8pPr>
            <a:lvl9pPr>
              <a:defRPr sz="975" b="1">
                <a:solidFill>
                  <a:srgbClr val="ABB7C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BB7CB"/>
                </a:solidFill>
              </a:defRPr>
            </a:pPr>
            <a:r>
              <a:rPr sz="975" b="1">
                <a:solidFill>
                  <a:srgbClr val="ABB7CB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77CB6-3785-4BAB-A7A8-B58FDB2B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8575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21A2C"/>
          </a:solidFill>
          <a:ln xmlns:a="http://schemas.openxmlformats.org/drawingml/2006/main" w="9525">
            <a:solidFill>
              <a:srgbClr val="2C38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ADC84-1E27-4044-9AE7-F2F151D3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9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6B7FF"/>
                </a:solidFill>
              </a:defRPr>
            </a:defPPr>
            <a:lvl1pPr>
              <a:defRPr sz="1050" b="1">
                <a:solidFill>
                  <a:srgbClr val="86B7FF"/>
                </a:solidFill>
              </a:defRPr>
            </a:lvl1pPr>
            <a:lvl2pPr>
              <a:defRPr sz="1050" b="1">
                <a:solidFill>
                  <a:srgbClr val="86B7FF"/>
                </a:solidFill>
              </a:defRPr>
            </a:lvl2pPr>
            <a:lvl3pPr>
              <a:defRPr sz="1050" b="1">
                <a:solidFill>
                  <a:srgbClr val="86B7FF"/>
                </a:solidFill>
              </a:defRPr>
            </a:lvl3pPr>
            <a:lvl4pPr>
              <a:defRPr sz="1050" b="1">
                <a:solidFill>
                  <a:srgbClr val="86B7FF"/>
                </a:solidFill>
              </a:defRPr>
            </a:lvl4pPr>
            <a:lvl5pPr>
              <a:defRPr sz="1050" b="1">
                <a:solidFill>
                  <a:srgbClr val="86B7FF"/>
                </a:solidFill>
              </a:defRPr>
            </a:lvl5pPr>
            <a:lvl6pPr>
              <a:defRPr sz="1050" b="1">
                <a:solidFill>
                  <a:srgbClr val="86B7FF"/>
                </a:solidFill>
              </a:defRPr>
            </a:lvl6pPr>
            <a:lvl7pPr>
              <a:defRPr sz="1050" b="1">
                <a:solidFill>
                  <a:srgbClr val="86B7FF"/>
                </a:solidFill>
              </a:defRPr>
            </a:lvl7pPr>
            <a:lvl8pPr>
              <a:defRPr sz="1050" b="1">
                <a:solidFill>
                  <a:srgbClr val="86B7FF"/>
                </a:solidFill>
              </a:defRPr>
            </a:lvl8pPr>
            <a:lvl9pPr>
              <a:defRPr sz="1050" b="1">
                <a:solidFill>
                  <a:srgbClr val="86B7F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86B7FF"/>
                </a:solidFill>
              </a:defRPr>
            </a:pPr>
            <a:r>
              <a:rPr sz="1050" b="1">
                <a:solidFill>
                  <a:srgbClr val="86B7FF"/>
                </a:solidFill>
              </a:rPr>
              <a:t>PERSON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B580A-994B-4A7B-8358-2252EE27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5752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7F8FC"/>
                </a:solidFill>
              </a:defRPr>
            </a:defPPr>
            <a:lvl1pPr>
              <a:defRPr sz="1425" b="1">
                <a:solidFill>
                  <a:srgbClr val="F7F8FC"/>
                </a:solidFill>
              </a:defRPr>
            </a:lvl1pPr>
            <a:lvl2pPr>
              <a:defRPr sz="1425" b="1">
                <a:solidFill>
                  <a:srgbClr val="F7F8FC"/>
                </a:solidFill>
              </a:defRPr>
            </a:lvl2pPr>
            <a:lvl3pPr>
              <a:defRPr sz="1425" b="1">
                <a:solidFill>
                  <a:srgbClr val="F7F8FC"/>
                </a:solidFill>
              </a:defRPr>
            </a:lvl3pPr>
            <a:lvl4pPr>
              <a:defRPr sz="1425" b="1">
                <a:solidFill>
                  <a:srgbClr val="F7F8FC"/>
                </a:solidFill>
              </a:defRPr>
            </a:lvl4pPr>
            <a:lvl5pPr>
              <a:defRPr sz="1425" b="1">
                <a:solidFill>
                  <a:srgbClr val="F7F8FC"/>
                </a:solidFill>
              </a:defRPr>
            </a:lvl5pPr>
            <a:lvl6pPr>
              <a:defRPr sz="1425" b="1">
                <a:solidFill>
                  <a:srgbClr val="F7F8FC"/>
                </a:solidFill>
              </a:defRPr>
            </a:lvl6pPr>
            <a:lvl7pPr>
              <a:defRPr sz="1425" b="1">
                <a:solidFill>
                  <a:srgbClr val="F7F8FC"/>
                </a:solidFill>
              </a:defRPr>
            </a:lvl7pPr>
            <a:lvl8pPr>
              <a:defRPr sz="1425" b="1">
                <a:solidFill>
                  <a:srgbClr val="F7F8FC"/>
                </a:solidFill>
              </a:defRPr>
            </a:lvl8pPr>
            <a:lvl9pPr>
              <a:defRPr sz="1425" b="1">
                <a:solidFill>
                  <a:srgbClr val="F7F8FC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7F8FC"/>
                </a:solidFill>
              </a:defRPr>
            </a:pPr>
            <a:r>
              <a:rPr sz="1425" b="1">
                <a:solidFill>
                  <a:srgbClr val="F7F8FC"/>
                </a:solidFill>
              </a:rPr>
              <a:t>Works directly in the 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64591-AF27-4BB0-90F2-F22BA557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81250"/>
            <a:ext cx="28575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E2A37"/>
          </a:solidFill>
          <a:ln xmlns:a="http://schemas.openxmlformats.org/drawingml/2006/main" w="19050">
            <a:solidFill>
              <a:srgbClr val="C3F3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66A207-2612-4A3A-A9C9-AAD61E55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09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3F36B"/>
                </a:solidFill>
              </a:defRPr>
            </a:defPPr>
            <a:lvl1pPr>
              <a:defRPr sz="1050" b="1">
                <a:solidFill>
                  <a:srgbClr val="C3F36B"/>
                </a:solidFill>
              </a:defRPr>
            </a:lvl1pPr>
            <a:lvl2pPr>
              <a:defRPr sz="1050" b="1">
                <a:solidFill>
                  <a:srgbClr val="C3F36B"/>
                </a:solidFill>
              </a:defRPr>
            </a:lvl2pPr>
            <a:lvl3pPr>
              <a:defRPr sz="1050" b="1">
                <a:solidFill>
                  <a:srgbClr val="C3F36B"/>
                </a:solidFill>
              </a:defRPr>
            </a:lvl3pPr>
            <a:lvl4pPr>
              <a:defRPr sz="1050" b="1">
                <a:solidFill>
                  <a:srgbClr val="C3F36B"/>
                </a:solidFill>
              </a:defRPr>
            </a:lvl4pPr>
            <a:lvl5pPr>
              <a:defRPr sz="1050" b="1">
                <a:solidFill>
                  <a:srgbClr val="C3F36B"/>
                </a:solidFill>
              </a:defRPr>
            </a:lvl5pPr>
            <a:lvl6pPr>
              <a:defRPr sz="1050" b="1">
                <a:solidFill>
                  <a:srgbClr val="C3F36B"/>
                </a:solidFill>
              </a:defRPr>
            </a:lvl6pPr>
            <a:lvl7pPr>
              <a:defRPr sz="1050" b="1">
                <a:solidFill>
                  <a:srgbClr val="C3F36B"/>
                </a:solidFill>
              </a:defRPr>
            </a:lvl7pPr>
            <a:lvl8pPr>
              <a:defRPr sz="1050" b="1">
                <a:solidFill>
                  <a:srgbClr val="C3F36B"/>
                </a:solidFill>
              </a:defRPr>
            </a:lvl8pPr>
            <a:lvl9pPr>
              <a:defRPr sz="1050" b="1">
                <a:solidFill>
                  <a:srgbClr val="C3F36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C3F36B"/>
                </a:solidFill>
              </a:defRPr>
            </a:pPr>
            <a:r>
              <a:rPr sz="1050" b="1">
                <a:solidFill>
                  <a:srgbClr val="C3F36B"/>
                </a:solidFill>
              </a:rPr>
              <a:t>LIFEOS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1B637-DA95-44CF-8404-C2E7D7CE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5752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7F8FC"/>
                </a:solidFill>
              </a:defRPr>
            </a:defPPr>
            <a:lvl1pPr>
              <a:defRPr sz="1425" b="1">
                <a:solidFill>
                  <a:srgbClr val="F7F8FC"/>
                </a:solidFill>
              </a:defRPr>
            </a:lvl1pPr>
            <a:lvl2pPr>
              <a:defRPr sz="1425" b="1">
                <a:solidFill>
                  <a:srgbClr val="F7F8FC"/>
                </a:solidFill>
              </a:defRPr>
            </a:lvl2pPr>
            <a:lvl3pPr>
              <a:defRPr sz="1425" b="1">
                <a:solidFill>
                  <a:srgbClr val="F7F8FC"/>
                </a:solidFill>
              </a:defRPr>
            </a:lvl3pPr>
            <a:lvl4pPr>
              <a:defRPr sz="1425" b="1">
                <a:solidFill>
                  <a:srgbClr val="F7F8FC"/>
                </a:solidFill>
              </a:defRPr>
            </a:lvl4pPr>
            <a:lvl5pPr>
              <a:defRPr sz="1425" b="1">
                <a:solidFill>
                  <a:srgbClr val="F7F8FC"/>
                </a:solidFill>
              </a:defRPr>
            </a:lvl5pPr>
            <a:lvl6pPr>
              <a:defRPr sz="1425" b="1">
                <a:solidFill>
                  <a:srgbClr val="F7F8FC"/>
                </a:solidFill>
              </a:defRPr>
            </a:lvl6pPr>
            <a:lvl7pPr>
              <a:defRPr sz="1425" b="1">
                <a:solidFill>
                  <a:srgbClr val="F7F8FC"/>
                </a:solidFill>
              </a:defRPr>
            </a:lvl7pPr>
            <a:lvl8pPr>
              <a:defRPr sz="1425" b="1">
                <a:solidFill>
                  <a:srgbClr val="F7F8FC"/>
                </a:solidFill>
              </a:defRPr>
            </a:lvl8pPr>
            <a:lvl9pPr>
              <a:defRPr sz="1425" b="1">
                <a:solidFill>
                  <a:srgbClr val="F7F8FC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7F8FC"/>
                </a:solidFill>
              </a:defRPr>
            </a:pPr>
            <a:r>
              <a:rPr sz="1425" b="1">
                <a:solidFill>
                  <a:srgbClr val="F7F8FC"/>
                </a:solidFill>
              </a:rPr>
              <a:t>Tasks · schedule · goals</a:t>
            </a:r>
          </a:p>
          <a:p xmlns:a="http://schemas.openxmlformats.org/drawingml/2006/main">
            <a:pPr>
              <a:defRPr sz="1425" b="1">
                <a:solidFill>
                  <a:srgbClr val="F7F8FC"/>
                </a:solidFill>
              </a:defRPr>
            </a:pPr>
            <a:r>
              <a:rPr sz="1425" b="1">
                <a:solidFill>
                  <a:srgbClr val="F7F8FC"/>
                </a:solidFill>
              </a:rPr>
              <a:t>shopping · expenses · routines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E33EE-96F8-4B45-8FF9-3E0281EB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28575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21A2C"/>
          </a:solidFill>
          <a:ln xmlns:a="http://schemas.openxmlformats.org/drawingml/2006/main" w="9525">
            <a:solidFill>
              <a:srgbClr val="2C38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F223FD-1E80-40BA-8DBB-8B3E25F2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09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6EE7D2"/>
                </a:solidFill>
              </a:defRPr>
            </a:defPPr>
            <a:lvl1pPr>
              <a:defRPr sz="1050" b="1">
                <a:solidFill>
                  <a:srgbClr val="6EE7D2"/>
                </a:solidFill>
              </a:defRPr>
            </a:lvl1pPr>
            <a:lvl2pPr>
              <a:defRPr sz="1050" b="1">
                <a:solidFill>
                  <a:srgbClr val="6EE7D2"/>
                </a:solidFill>
              </a:defRPr>
            </a:lvl2pPr>
            <a:lvl3pPr>
              <a:defRPr sz="1050" b="1">
                <a:solidFill>
                  <a:srgbClr val="6EE7D2"/>
                </a:solidFill>
              </a:defRPr>
            </a:lvl3pPr>
            <a:lvl4pPr>
              <a:defRPr sz="1050" b="1">
                <a:solidFill>
                  <a:srgbClr val="6EE7D2"/>
                </a:solidFill>
              </a:defRPr>
            </a:lvl4pPr>
            <a:lvl5pPr>
              <a:defRPr sz="1050" b="1">
                <a:solidFill>
                  <a:srgbClr val="6EE7D2"/>
                </a:solidFill>
              </a:defRPr>
            </a:lvl5pPr>
            <a:lvl6pPr>
              <a:defRPr sz="1050" b="1">
                <a:solidFill>
                  <a:srgbClr val="6EE7D2"/>
                </a:solidFill>
              </a:defRPr>
            </a:lvl6pPr>
            <a:lvl7pPr>
              <a:defRPr sz="1050" b="1">
                <a:solidFill>
                  <a:srgbClr val="6EE7D2"/>
                </a:solidFill>
              </a:defRPr>
            </a:lvl7pPr>
            <a:lvl8pPr>
              <a:defRPr sz="1050" b="1">
                <a:solidFill>
                  <a:srgbClr val="6EE7D2"/>
                </a:solidFill>
              </a:defRPr>
            </a:lvl8pPr>
            <a:lvl9pPr>
              <a:defRPr sz="1050" b="1">
                <a:solidFill>
                  <a:srgbClr val="6EE7D2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6EE7D2"/>
                </a:solidFill>
              </a:defRPr>
            </a:pPr>
            <a:r>
              <a:rPr sz="1050" b="1">
                <a:solidFill>
                  <a:srgbClr val="6EE7D2"/>
                </a:solidFill>
              </a:rPr>
              <a:t>AI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789F7F-6D34-4E7B-BAAE-5DBB414E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5752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7F8FC"/>
                </a:solidFill>
              </a:defRPr>
            </a:defPPr>
            <a:lvl1pPr>
              <a:defRPr sz="1425" b="1">
                <a:solidFill>
                  <a:srgbClr val="F7F8FC"/>
                </a:solidFill>
              </a:defRPr>
            </a:lvl1pPr>
            <a:lvl2pPr>
              <a:defRPr sz="1425" b="1">
                <a:solidFill>
                  <a:srgbClr val="F7F8FC"/>
                </a:solidFill>
              </a:defRPr>
            </a:lvl2pPr>
            <a:lvl3pPr>
              <a:defRPr sz="1425" b="1">
                <a:solidFill>
                  <a:srgbClr val="F7F8FC"/>
                </a:solidFill>
              </a:defRPr>
            </a:lvl3pPr>
            <a:lvl4pPr>
              <a:defRPr sz="1425" b="1">
                <a:solidFill>
                  <a:srgbClr val="F7F8FC"/>
                </a:solidFill>
              </a:defRPr>
            </a:lvl4pPr>
            <a:lvl5pPr>
              <a:defRPr sz="1425" b="1">
                <a:solidFill>
                  <a:srgbClr val="F7F8FC"/>
                </a:solidFill>
              </a:defRPr>
            </a:lvl5pPr>
            <a:lvl6pPr>
              <a:defRPr sz="1425" b="1">
                <a:solidFill>
                  <a:srgbClr val="F7F8FC"/>
                </a:solidFill>
              </a:defRPr>
            </a:lvl6pPr>
            <a:lvl7pPr>
              <a:defRPr sz="1425" b="1">
                <a:solidFill>
                  <a:srgbClr val="F7F8FC"/>
                </a:solidFill>
              </a:defRPr>
            </a:lvl7pPr>
            <a:lvl8pPr>
              <a:defRPr sz="1425" b="1">
                <a:solidFill>
                  <a:srgbClr val="F7F8FC"/>
                </a:solidFill>
              </a:defRPr>
            </a:lvl8pPr>
            <a:lvl9pPr>
              <a:defRPr sz="1425" b="1">
                <a:solidFill>
                  <a:srgbClr val="F7F8FC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7F8FC"/>
                </a:solidFill>
              </a:defRPr>
            </a:pPr>
            <a:r>
              <a:rPr sz="1425" b="1">
                <a:solidFill>
                  <a:srgbClr val="F7F8FC"/>
                </a:solidFill>
              </a:rPr>
              <a:t>Uses structured WebMCP tools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B988E2-7123-46D2-9183-FF25F8A0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2895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ABB7CB"/>
                </a:solidFill>
              </a:defRPr>
            </a:defPPr>
            <a:lvl1pPr>
              <a:defRPr sz="2550" b="1">
                <a:solidFill>
                  <a:srgbClr val="ABB7CB"/>
                </a:solidFill>
              </a:defRPr>
            </a:lvl1pPr>
            <a:lvl2pPr>
              <a:defRPr sz="2550" b="1">
                <a:solidFill>
                  <a:srgbClr val="ABB7CB"/>
                </a:solidFill>
              </a:defRPr>
            </a:lvl2pPr>
            <a:lvl3pPr>
              <a:defRPr sz="2550" b="1">
                <a:solidFill>
                  <a:srgbClr val="ABB7CB"/>
                </a:solidFill>
              </a:defRPr>
            </a:lvl3pPr>
            <a:lvl4pPr>
              <a:defRPr sz="2550" b="1">
                <a:solidFill>
                  <a:srgbClr val="ABB7CB"/>
                </a:solidFill>
              </a:defRPr>
            </a:lvl4pPr>
            <a:lvl5pPr>
              <a:defRPr sz="2550" b="1">
                <a:solidFill>
                  <a:srgbClr val="ABB7CB"/>
                </a:solidFill>
              </a:defRPr>
            </a:lvl5pPr>
            <a:lvl6pPr>
              <a:defRPr sz="2550" b="1">
                <a:solidFill>
                  <a:srgbClr val="ABB7CB"/>
                </a:solidFill>
              </a:defRPr>
            </a:lvl6pPr>
            <a:lvl7pPr>
              <a:defRPr sz="2550" b="1">
                <a:solidFill>
                  <a:srgbClr val="ABB7CB"/>
                </a:solidFill>
              </a:defRPr>
            </a:lvl7pPr>
            <a:lvl8pPr>
              <a:defRPr sz="2550" b="1">
                <a:solidFill>
                  <a:srgbClr val="ABB7CB"/>
                </a:solidFill>
              </a:defRPr>
            </a:lvl8pPr>
            <a:lvl9pPr>
              <a:defRPr sz="2550" b="1">
                <a:solidFill>
                  <a:srgbClr val="ABB7CB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ABB7CB"/>
                </a:solidFill>
              </a:defRPr>
            </a:pPr>
            <a:r>
              <a:rPr sz="2550" b="1">
                <a:solidFill>
                  <a:srgbClr val="ABB7CB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4CB794-0D80-4835-9FE1-8468DA84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2895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ABB7CB"/>
                </a:solidFill>
              </a:defRPr>
            </a:defPPr>
            <a:lvl1pPr>
              <a:defRPr sz="2550" b="1">
                <a:solidFill>
                  <a:srgbClr val="ABB7CB"/>
                </a:solidFill>
              </a:defRPr>
            </a:lvl1pPr>
            <a:lvl2pPr>
              <a:defRPr sz="2550" b="1">
                <a:solidFill>
                  <a:srgbClr val="ABB7CB"/>
                </a:solidFill>
              </a:defRPr>
            </a:lvl2pPr>
            <a:lvl3pPr>
              <a:defRPr sz="2550" b="1">
                <a:solidFill>
                  <a:srgbClr val="ABB7CB"/>
                </a:solidFill>
              </a:defRPr>
            </a:lvl3pPr>
            <a:lvl4pPr>
              <a:defRPr sz="2550" b="1">
                <a:solidFill>
                  <a:srgbClr val="ABB7CB"/>
                </a:solidFill>
              </a:defRPr>
            </a:lvl4pPr>
            <a:lvl5pPr>
              <a:defRPr sz="2550" b="1">
                <a:solidFill>
                  <a:srgbClr val="ABB7CB"/>
                </a:solidFill>
              </a:defRPr>
            </a:lvl5pPr>
            <a:lvl6pPr>
              <a:defRPr sz="2550" b="1">
                <a:solidFill>
                  <a:srgbClr val="ABB7CB"/>
                </a:solidFill>
              </a:defRPr>
            </a:lvl6pPr>
            <a:lvl7pPr>
              <a:defRPr sz="2550" b="1">
                <a:solidFill>
                  <a:srgbClr val="ABB7CB"/>
                </a:solidFill>
              </a:defRPr>
            </a:lvl7pPr>
            <a:lvl8pPr>
              <a:defRPr sz="2550" b="1">
                <a:solidFill>
                  <a:srgbClr val="ABB7CB"/>
                </a:solidFill>
              </a:defRPr>
            </a:lvl8pPr>
            <a:lvl9pPr>
              <a:defRPr sz="2550" b="1">
                <a:solidFill>
                  <a:srgbClr val="ABB7CB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ABB7CB"/>
                </a:solidFill>
              </a:defRPr>
            </a:pPr>
            <a:r>
              <a:rPr sz="2550" b="1">
                <a:solidFill>
                  <a:srgbClr val="ABB7CB"/>
                </a:solidFill>
              </a:rPr>
              <a:t>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97665A-DF26-4A89-A5FF-D7A5C1CF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8FC"/>
                </a:solidFill>
              </a:defRPr>
            </a:defPPr>
            <a:lvl1pPr>
              <a:defRPr sz="1800" b="1">
                <a:solidFill>
                  <a:srgbClr val="F7F8FC"/>
                </a:solidFill>
              </a:defRPr>
            </a:lvl1pPr>
            <a:lvl2pPr>
              <a:defRPr sz="1800" b="1">
                <a:solidFill>
                  <a:srgbClr val="F7F8FC"/>
                </a:solidFill>
              </a:defRPr>
            </a:lvl2pPr>
            <a:lvl3pPr>
              <a:defRPr sz="1800" b="1">
                <a:solidFill>
                  <a:srgbClr val="F7F8FC"/>
                </a:solidFill>
              </a:defRPr>
            </a:lvl3pPr>
            <a:lvl4pPr>
              <a:defRPr sz="1800" b="1">
                <a:solidFill>
                  <a:srgbClr val="F7F8FC"/>
                </a:solidFill>
              </a:defRPr>
            </a:lvl4pPr>
            <a:lvl5pPr>
              <a:defRPr sz="1800" b="1">
                <a:solidFill>
                  <a:srgbClr val="F7F8FC"/>
                </a:solidFill>
              </a:defRPr>
            </a:lvl5pPr>
            <a:lvl6pPr>
              <a:defRPr sz="1800" b="1">
                <a:solidFill>
                  <a:srgbClr val="F7F8FC"/>
                </a:solidFill>
              </a:defRPr>
            </a:lvl6pPr>
            <a:lvl7pPr>
              <a:defRPr sz="1800" b="1">
                <a:solidFill>
                  <a:srgbClr val="F7F8FC"/>
                </a:solidFill>
              </a:defRPr>
            </a:lvl7pPr>
            <a:lvl8pPr>
              <a:defRPr sz="1800" b="1">
                <a:solidFill>
                  <a:srgbClr val="F7F8FC"/>
                </a:solidFill>
              </a:defRPr>
            </a:lvl8pPr>
            <a:lvl9pPr>
              <a:defRPr sz="1800" b="1">
                <a:solidFill>
                  <a:srgbClr val="F7F8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8FC"/>
                </a:solidFill>
              </a:defRPr>
            </a:pPr>
            <a:r>
              <a:rPr sz="1800" b="1">
                <a:solidFill>
                  <a:srgbClr val="F7F8FC"/>
                </a:solidFill>
              </a:rPr>
              <a:t>Human clicks and agent tool calls reach the same services.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8779E5-EDAA-4282-9CFC-B2220900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BB7CB"/>
                </a:solidFill>
              </a:defRPr>
            </a:defPPr>
            <a:lvl1pPr>
              <a:defRPr sz="1350" b="0">
                <a:solidFill>
                  <a:srgbClr val="ABB7CB"/>
                </a:solidFill>
              </a:defRPr>
            </a:lvl1pPr>
            <a:lvl2pPr>
              <a:defRPr sz="1350" b="0">
                <a:solidFill>
                  <a:srgbClr val="ABB7CB"/>
                </a:solidFill>
              </a:defRPr>
            </a:lvl2pPr>
            <a:lvl3pPr>
              <a:defRPr sz="1350" b="0">
                <a:solidFill>
                  <a:srgbClr val="ABB7CB"/>
                </a:solidFill>
              </a:defRPr>
            </a:lvl3pPr>
            <a:lvl4pPr>
              <a:defRPr sz="1350" b="0">
                <a:solidFill>
                  <a:srgbClr val="ABB7CB"/>
                </a:solidFill>
              </a:defRPr>
            </a:lvl4pPr>
            <a:lvl5pPr>
              <a:defRPr sz="1350" b="0">
                <a:solidFill>
                  <a:srgbClr val="ABB7CB"/>
                </a:solidFill>
              </a:defRPr>
            </a:lvl5pPr>
            <a:lvl6pPr>
              <a:defRPr sz="1350" b="0">
                <a:solidFill>
                  <a:srgbClr val="ABB7CB"/>
                </a:solidFill>
              </a:defRPr>
            </a:lvl6pPr>
            <a:lvl7pPr>
              <a:defRPr sz="1350" b="0">
                <a:solidFill>
                  <a:srgbClr val="ABB7CB"/>
                </a:solidFill>
              </a:defRPr>
            </a:lvl7pPr>
            <a:lvl8pPr>
              <a:defRPr sz="1350" b="0">
                <a:solidFill>
                  <a:srgbClr val="ABB7CB"/>
                </a:solidFill>
              </a:defRPr>
            </a:lvl8pPr>
            <a:lvl9pPr>
              <a:defRPr sz="1350" b="0">
                <a:solidFill>
                  <a:srgbClr val="ABB7C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BB7CB"/>
                </a:solidFill>
              </a:defRPr>
            </a:pPr>
            <a:r>
              <a:rPr sz="1350" b="0">
                <a:solidFill>
                  <a:srgbClr val="ABB7CB"/>
                </a:solidFill>
              </a:rPr>
              <a:t>No separate agent-only data path. Every module remains usable by hand.</a:t>
            </a:r>
          </a:p>
        </p:txBody>
      </p:sp>
    </p:spTree>
    <p:extLst>
      <p:ext uri="{BB962C8B-B14F-4D97-AF65-F5344CB8AC3E}">
        <p14:creationId xmlns:p14="http://schemas.microsoft.com/office/powerpoint/2010/main" val="11118050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80AC54-94F5-48AE-9525-BB847189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6CCEA-68BD-4F3D-A7E8-E7BE9103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3F36B"/>
                </a:solidFill>
              </a:defRPr>
            </a:defPPr>
            <a:lvl1pPr>
              <a:defRPr sz="1050" b="1">
                <a:solidFill>
                  <a:srgbClr val="C3F36B"/>
                </a:solidFill>
              </a:defRPr>
            </a:lvl1pPr>
            <a:lvl2pPr>
              <a:defRPr sz="1050" b="1">
                <a:solidFill>
                  <a:srgbClr val="C3F36B"/>
                </a:solidFill>
              </a:defRPr>
            </a:lvl2pPr>
            <a:lvl3pPr>
              <a:defRPr sz="1050" b="1">
                <a:solidFill>
                  <a:srgbClr val="C3F36B"/>
                </a:solidFill>
              </a:defRPr>
            </a:lvl3pPr>
            <a:lvl4pPr>
              <a:defRPr sz="1050" b="1">
                <a:solidFill>
                  <a:srgbClr val="C3F36B"/>
                </a:solidFill>
              </a:defRPr>
            </a:lvl4pPr>
            <a:lvl5pPr>
              <a:defRPr sz="1050" b="1">
                <a:solidFill>
                  <a:srgbClr val="C3F36B"/>
                </a:solidFill>
              </a:defRPr>
            </a:lvl5pPr>
            <a:lvl6pPr>
              <a:defRPr sz="1050" b="1">
                <a:solidFill>
                  <a:srgbClr val="C3F36B"/>
                </a:solidFill>
              </a:defRPr>
            </a:lvl6pPr>
            <a:lvl7pPr>
              <a:defRPr sz="1050" b="1">
                <a:solidFill>
                  <a:srgbClr val="C3F36B"/>
                </a:solidFill>
              </a:defRPr>
            </a:lvl7pPr>
            <a:lvl8pPr>
              <a:defRPr sz="1050" b="1">
                <a:solidFill>
                  <a:srgbClr val="C3F36B"/>
                </a:solidFill>
              </a:defRPr>
            </a:lvl8pPr>
            <a:lvl9pPr>
              <a:defRPr sz="1050" b="1">
                <a:solidFill>
                  <a:srgbClr val="C3F36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C3F36B"/>
                </a:solidFill>
              </a:defRPr>
            </a:pPr>
            <a:r>
              <a:rPr sz="1050" b="1">
                <a:solidFill>
                  <a:srgbClr val="C3F36B"/>
                </a:solidFill>
              </a:rPr>
              <a:t>AI COACH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0C920-D50B-405A-A670-E9507207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7F8FC"/>
                </a:solidFill>
              </a:defRPr>
            </a:defPPr>
            <a:lvl1pPr>
              <a:defRPr sz="3150" b="1">
                <a:solidFill>
                  <a:srgbClr val="F7F8FC"/>
                </a:solidFill>
              </a:defRPr>
            </a:lvl1pPr>
            <a:lvl2pPr>
              <a:defRPr sz="3150" b="1">
                <a:solidFill>
                  <a:srgbClr val="F7F8FC"/>
                </a:solidFill>
              </a:defRPr>
            </a:lvl2pPr>
            <a:lvl3pPr>
              <a:defRPr sz="3150" b="1">
                <a:solidFill>
                  <a:srgbClr val="F7F8FC"/>
                </a:solidFill>
              </a:defRPr>
            </a:lvl3pPr>
            <a:lvl4pPr>
              <a:defRPr sz="3150" b="1">
                <a:solidFill>
                  <a:srgbClr val="F7F8FC"/>
                </a:solidFill>
              </a:defRPr>
            </a:lvl4pPr>
            <a:lvl5pPr>
              <a:defRPr sz="3150" b="1">
                <a:solidFill>
                  <a:srgbClr val="F7F8FC"/>
                </a:solidFill>
              </a:defRPr>
            </a:lvl5pPr>
            <a:lvl6pPr>
              <a:defRPr sz="3150" b="1">
                <a:solidFill>
                  <a:srgbClr val="F7F8FC"/>
                </a:solidFill>
              </a:defRPr>
            </a:lvl6pPr>
            <a:lvl7pPr>
              <a:defRPr sz="3150" b="1">
                <a:solidFill>
                  <a:srgbClr val="F7F8FC"/>
                </a:solidFill>
              </a:defRPr>
            </a:lvl7pPr>
            <a:lvl8pPr>
              <a:defRPr sz="3150" b="1">
                <a:solidFill>
                  <a:srgbClr val="F7F8FC"/>
                </a:solidFill>
              </a:defRPr>
            </a:lvl8pPr>
            <a:lvl9pPr>
              <a:defRPr sz="3150" b="1">
                <a:solidFill>
                  <a:srgbClr val="F7F8FC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7F8FC"/>
                </a:solidFill>
              </a:defRPr>
            </a:pPr>
            <a:r>
              <a:rPr sz="3150" b="1">
                <a:solidFill>
                  <a:srgbClr val="F7F8FC"/>
                </a:solidFill>
              </a:rPr>
              <a:t>It proposes a plan. You decide what happens.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8F127-DEF7-4337-8D9B-85475167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8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171BF-C629-4F05-B987-4BD3A37E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ABB7CB"/>
                </a:solidFill>
              </a:defRPr>
            </a:defPPr>
            <a:lvl1pPr>
              <a:defRPr sz="975" b="1">
                <a:solidFill>
                  <a:srgbClr val="ABB7CB"/>
                </a:solidFill>
              </a:defRPr>
            </a:lvl1pPr>
            <a:lvl2pPr>
              <a:defRPr sz="975" b="1">
                <a:solidFill>
                  <a:srgbClr val="ABB7CB"/>
                </a:solidFill>
              </a:defRPr>
            </a:lvl2pPr>
            <a:lvl3pPr>
              <a:defRPr sz="975" b="1">
                <a:solidFill>
                  <a:srgbClr val="ABB7CB"/>
                </a:solidFill>
              </a:defRPr>
            </a:lvl3pPr>
            <a:lvl4pPr>
              <a:defRPr sz="975" b="1">
                <a:solidFill>
                  <a:srgbClr val="ABB7CB"/>
                </a:solidFill>
              </a:defRPr>
            </a:lvl4pPr>
            <a:lvl5pPr>
              <a:defRPr sz="975" b="1">
                <a:solidFill>
                  <a:srgbClr val="ABB7CB"/>
                </a:solidFill>
              </a:defRPr>
            </a:lvl5pPr>
            <a:lvl6pPr>
              <a:defRPr sz="975" b="1">
                <a:solidFill>
                  <a:srgbClr val="ABB7CB"/>
                </a:solidFill>
              </a:defRPr>
            </a:lvl6pPr>
            <a:lvl7pPr>
              <a:defRPr sz="975" b="1">
                <a:solidFill>
                  <a:srgbClr val="ABB7CB"/>
                </a:solidFill>
              </a:defRPr>
            </a:lvl7pPr>
            <a:lvl8pPr>
              <a:defRPr sz="975" b="1">
                <a:solidFill>
                  <a:srgbClr val="ABB7CB"/>
                </a:solidFill>
              </a:defRPr>
            </a:lvl8pPr>
            <a:lvl9pPr>
              <a:defRPr sz="975" b="1">
                <a:solidFill>
                  <a:srgbClr val="ABB7C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BB7CB"/>
                </a:solidFill>
              </a:defRPr>
            </a:pPr>
            <a:r>
              <a:rPr sz="975" b="1">
                <a:solidFill>
                  <a:srgbClr val="ABB7CB"/>
                </a:solidFill>
              </a:rPr>
              <a:t>LifeOS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C4DEB-4224-40AD-89EA-F9A84A3B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ABB7CB"/>
                </a:solidFill>
              </a:defRPr>
            </a:defPPr>
            <a:lvl1pPr>
              <a:defRPr sz="975" b="1">
                <a:solidFill>
                  <a:srgbClr val="ABB7CB"/>
                </a:solidFill>
              </a:defRPr>
            </a:lvl1pPr>
            <a:lvl2pPr>
              <a:defRPr sz="975" b="1">
                <a:solidFill>
                  <a:srgbClr val="ABB7CB"/>
                </a:solidFill>
              </a:defRPr>
            </a:lvl2pPr>
            <a:lvl3pPr>
              <a:defRPr sz="975" b="1">
                <a:solidFill>
                  <a:srgbClr val="ABB7CB"/>
                </a:solidFill>
              </a:defRPr>
            </a:lvl3pPr>
            <a:lvl4pPr>
              <a:defRPr sz="975" b="1">
                <a:solidFill>
                  <a:srgbClr val="ABB7CB"/>
                </a:solidFill>
              </a:defRPr>
            </a:lvl4pPr>
            <a:lvl5pPr>
              <a:defRPr sz="975" b="1">
                <a:solidFill>
                  <a:srgbClr val="ABB7CB"/>
                </a:solidFill>
              </a:defRPr>
            </a:lvl5pPr>
            <a:lvl6pPr>
              <a:defRPr sz="975" b="1">
                <a:solidFill>
                  <a:srgbClr val="ABB7CB"/>
                </a:solidFill>
              </a:defRPr>
            </a:lvl6pPr>
            <a:lvl7pPr>
              <a:defRPr sz="975" b="1">
                <a:solidFill>
                  <a:srgbClr val="ABB7CB"/>
                </a:solidFill>
              </a:defRPr>
            </a:lvl7pPr>
            <a:lvl8pPr>
              <a:defRPr sz="975" b="1">
                <a:solidFill>
                  <a:srgbClr val="ABB7CB"/>
                </a:solidFill>
              </a:defRPr>
            </a:lvl8pPr>
            <a:lvl9pPr>
              <a:defRPr sz="975" b="1">
                <a:solidFill>
                  <a:srgbClr val="ABB7C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BB7CB"/>
                </a:solidFill>
              </a:defRPr>
            </a:pPr>
            <a:r>
              <a:rPr sz="975" b="1">
                <a:solidFill>
                  <a:srgbClr val="ABB7CB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CF984-7C5B-4522-A599-F609C920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24765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121A2C"/>
          </a:solidFill>
          <a:ln xmlns:a="http://schemas.openxmlformats.org/drawingml/2006/main" w="9525">
            <a:solidFill>
              <a:srgbClr val="2C38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ED8FCA-41EF-4B03-8BE9-756DAEC6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6B7FF"/>
                </a:solidFill>
              </a:defRPr>
            </a:defPPr>
            <a:lvl1pPr>
              <a:defRPr sz="1050" b="1">
                <a:solidFill>
                  <a:srgbClr val="86B7FF"/>
                </a:solidFill>
              </a:defRPr>
            </a:lvl1pPr>
            <a:lvl2pPr>
              <a:defRPr sz="1050" b="1">
                <a:solidFill>
                  <a:srgbClr val="86B7FF"/>
                </a:solidFill>
              </a:defRPr>
            </a:lvl2pPr>
            <a:lvl3pPr>
              <a:defRPr sz="1050" b="1">
                <a:solidFill>
                  <a:srgbClr val="86B7FF"/>
                </a:solidFill>
              </a:defRPr>
            </a:lvl3pPr>
            <a:lvl4pPr>
              <a:defRPr sz="1050" b="1">
                <a:solidFill>
                  <a:srgbClr val="86B7FF"/>
                </a:solidFill>
              </a:defRPr>
            </a:lvl4pPr>
            <a:lvl5pPr>
              <a:defRPr sz="1050" b="1">
                <a:solidFill>
                  <a:srgbClr val="86B7FF"/>
                </a:solidFill>
              </a:defRPr>
            </a:lvl5pPr>
            <a:lvl6pPr>
              <a:defRPr sz="1050" b="1">
                <a:solidFill>
                  <a:srgbClr val="86B7FF"/>
                </a:solidFill>
              </a:defRPr>
            </a:lvl6pPr>
            <a:lvl7pPr>
              <a:defRPr sz="1050" b="1">
                <a:solidFill>
                  <a:srgbClr val="86B7FF"/>
                </a:solidFill>
              </a:defRPr>
            </a:lvl7pPr>
            <a:lvl8pPr>
              <a:defRPr sz="1050" b="1">
                <a:solidFill>
                  <a:srgbClr val="86B7FF"/>
                </a:solidFill>
              </a:defRPr>
            </a:lvl8pPr>
            <a:lvl9pPr>
              <a:defRPr sz="1050" b="1">
                <a:solidFill>
                  <a:srgbClr val="86B7F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86B7FF"/>
                </a:solidFill>
              </a:defRPr>
            </a:pPr>
            <a:r>
              <a:rPr sz="1050" b="1">
                <a:solidFill>
                  <a:srgbClr val="86B7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64D7E6-822B-48E0-96C8-2EE48B7E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7F8FC"/>
                </a:solidFill>
              </a:defRPr>
            </a:defPPr>
            <a:lvl1pPr>
              <a:defRPr sz="1650" b="1">
                <a:solidFill>
                  <a:srgbClr val="F7F8FC"/>
                </a:solidFill>
              </a:defRPr>
            </a:lvl1pPr>
            <a:lvl2pPr>
              <a:defRPr sz="1650" b="1">
                <a:solidFill>
                  <a:srgbClr val="F7F8FC"/>
                </a:solidFill>
              </a:defRPr>
            </a:lvl2pPr>
            <a:lvl3pPr>
              <a:defRPr sz="1650" b="1">
                <a:solidFill>
                  <a:srgbClr val="F7F8FC"/>
                </a:solidFill>
              </a:defRPr>
            </a:lvl3pPr>
            <a:lvl4pPr>
              <a:defRPr sz="1650" b="1">
                <a:solidFill>
                  <a:srgbClr val="F7F8FC"/>
                </a:solidFill>
              </a:defRPr>
            </a:lvl4pPr>
            <a:lvl5pPr>
              <a:defRPr sz="1650" b="1">
                <a:solidFill>
                  <a:srgbClr val="F7F8FC"/>
                </a:solidFill>
              </a:defRPr>
            </a:lvl5pPr>
            <a:lvl6pPr>
              <a:defRPr sz="1650" b="1">
                <a:solidFill>
                  <a:srgbClr val="F7F8FC"/>
                </a:solidFill>
              </a:defRPr>
            </a:lvl6pPr>
            <a:lvl7pPr>
              <a:defRPr sz="1650" b="1">
                <a:solidFill>
                  <a:srgbClr val="F7F8FC"/>
                </a:solidFill>
              </a:defRPr>
            </a:lvl7pPr>
            <a:lvl8pPr>
              <a:defRPr sz="1650" b="1">
                <a:solidFill>
                  <a:srgbClr val="F7F8FC"/>
                </a:solidFill>
              </a:defRPr>
            </a:lvl8pPr>
            <a:lvl9pPr>
              <a:defRPr sz="1650" b="1">
                <a:solidFill>
                  <a:srgbClr val="F7F8FC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7F8FC"/>
                </a:solidFill>
              </a:defRPr>
            </a:pPr>
            <a:r>
              <a:rPr sz="1650" b="1">
                <a:solidFill>
                  <a:srgbClr val="F7F8FC"/>
                </a:solidFill>
              </a:rPr>
              <a:t>Read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79C73-0493-4F8A-9E59-F701775B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814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BB7CB"/>
                </a:solidFill>
              </a:defRPr>
            </a:defPPr>
            <a:lvl1pPr>
              <a:defRPr sz="1125" b="0">
                <a:solidFill>
                  <a:srgbClr val="ABB7CB"/>
                </a:solidFill>
              </a:defRPr>
            </a:lvl1pPr>
            <a:lvl2pPr>
              <a:defRPr sz="1125" b="0">
                <a:solidFill>
                  <a:srgbClr val="ABB7CB"/>
                </a:solidFill>
              </a:defRPr>
            </a:lvl2pPr>
            <a:lvl3pPr>
              <a:defRPr sz="1125" b="0">
                <a:solidFill>
                  <a:srgbClr val="ABB7CB"/>
                </a:solidFill>
              </a:defRPr>
            </a:lvl3pPr>
            <a:lvl4pPr>
              <a:defRPr sz="1125" b="0">
                <a:solidFill>
                  <a:srgbClr val="ABB7CB"/>
                </a:solidFill>
              </a:defRPr>
            </a:lvl4pPr>
            <a:lvl5pPr>
              <a:defRPr sz="1125" b="0">
                <a:solidFill>
                  <a:srgbClr val="ABB7CB"/>
                </a:solidFill>
              </a:defRPr>
            </a:lvl5pPr>
            <a:lvl6pPr>
              <a:defRPr sz="1125" b="0">
                <a:solidFill>
                  <a:srgbClr val="ABB7CB"/>
                </a:solidFill>
              </a:defRPr>
            </a:lvl6pPr>
            <a:lvl7pPr>
              <a:defRPr sz="1125" b="0">
                <a:solidFill>
                  <a:srgbClr val="ABB7CB"/>
                </a:solidFill>
              </a:defRPr>
            </a:lvl7pPr>
            <a:lvl8pPr>
              <a:defRPr sz="1125" b="0">
                <a:solidFill>
                  <a:srgbClr val="ABB7CB"/>
                </a:solidFill>
              </a:defRPr>
            </a:lvl8pPr>
            <a:lvl9pPr>
              <a:defRPr sz="1125" b="0">
                <a:solidFill>
                  <a:srgbClr val="ABB7C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BB7CB"/>
                </a:solidFill>
              </a:defRPr>
            </a:pPr>
            <a:r>
              <a:rPr sz="1125" b="0">
                <a:solidFill>
                  <a:srgbClr val="ABB7CB"/>
                </a:solidFill>
              </a:rPr>
              <a:t>Priorities, deadlines,</a:t>
            </a:r>
          </a:p>
          <a:p xmlns:a="http://schemas.openxmlformats.org/drawingml/2006/main">
            <a:pPr>
              <a:defRPr sz="1125" b="0">
                <a:solidFill>
                  <a:srgbClr val="ABB7CB"/>
                </a:solidFill>
              </a:defRPr>
            </a:pPr>
            <a:r>
              <a:rPr sz="1125" b="0">
                <a:solidFill>
                  <a:srgbClr val="ABB7CB"/>
                </a:solidFill>
              </a:rPr>
              <a:t>calendar and active goals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244EEA-3D04-48BD-B655-C3FDB4D4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09800"/>
            <a:ext cx="24765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121A2C"/>
          </a:solidFill>
          <a:ln xmlns:a="http://schemas.openxmlformats.org/drawingml/2006/main" w="9525">
            <a:solidFill>
              <a:srgbClr val="2C385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E12C2-387C-4CB2-855A-94E9063B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00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6EE7D2"/>
                </a:solidFill>
              </a:defRPr>
            </a:defPPr>
            <a:lvl1pPr>
              <a:defRPr sz="1050" b="1">
                <a:solidFill>
                  <a:srgbClr val="6EE7D2"/>
                </a:solidFill>
              </a:defRPr>
            </a:lvl1pPr>
            <a:lvl2pPr>
              <a:defRPr sz="1050" b="1">
                <a:solidFill>
                  <a:srgbClr val="6EE7D2"/>
                </a:solidFill>
              </a:defRPr>
            </a:lvl2pPr>
            <a:lvl3pPr>
              <a:defRPr sz="1050" b="1">
                <a:solidFill>
                  <a:srgbClr val="6EE7D2"/>
                </a:solidFill>
              </a:defRPr>
            </a:lvl3pPr>
            <a:lvl4pPr>
              <a:defRPr sz="1050" b="1">
                <a:solidFill>
                  <a:srgbClr val="6EE7D2"/>
                </a:solidFill>
              </a:defRPr>
            </a:lvl4pPr>
            <a:lvl5pPr>
              <a:defRPr sz="1050" b="1">
                <a:solidFill>
                  <a:srgbClr val="6EE7D2"/>
                </a:solidFill>
              </a:defRPr>
            </a:lvl5pPr>
            <a:lvl6pPr>
              <a:defRPr sz="1050" b="1">
                <a:solidFill>
                  <a:srgbClr val="6EE7D2"/>
                </a:solidFill>
              </a:defRPr>
            </a:lvl6pPr>
            <a:lvl7pPr>
              <a:defRPr sz="1050" b="1">
                <a:solidFill>
                  <a:srgbClr val="6EE7D2"/>
                </a:solidFill>
              </a:defRPr>
            </a:lvl7pPr>
            <a:lvl8pPr>
              <a:defRPr sz="1050" b="1">
                <a:solidFill>
                  <a:srgbClr val="6EE7D2"/>
                </a:solidFill>
              </a:defRPr>
            </a:lvl8pPr>
            <a:lvl9pPr>
              <a:defRPr sz="1050" b="1">
                <a:solidFill>
                  <a:srgbClr val="6EE7D2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6EE7D2"/>
                </a:solidFill>
              </a:defRPr>
            </a:pPr>
            <a:r>
              <a:rPr sz="1050" b="1">
                <a:solidFill>
                  <a:srgbClr val="6EE7D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34EA3B-1694-4922-A2AA-1F62D600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384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7F8FC"/>
                </a:solidFill>
              </a:defRPr>
            </a:defPPr>
            <a:lvl1pPr>
              <a:defRPr sz="1650" b="1">
                <a:solidFill>
                  <a:srgbClr val="F7F8FC"/>
                </a:solidFill>
              </a:defRPr>
            </a:lvl1pPr>
            <a:lvl2pPr>
              <a:defRPr sz="1650" b="1">
                <a:solidFill>
                  <a:srgbClr val="F7F8FC"/>
                </a:solidFill>
              </a:defRPr>
            </a:lvl2pPr>
            <a:lvl3pPr>
              <a:defRPr sz="1650" b="1">
                <a:solidFill>
                  <a:srgbClr val="F7F8FC"/>
                </a:solidFill>
              </a:defRPr>
            </a:lvl3pPr>
            <a:lvl4pPr>
              <a:defRPr sz="1650" b="1">
                <a:solidFill>
                  <a:srgbClr val="F7F8FC"/>
                </a:solidFill>
              </a:defRPr>
            </a:lvl4pPr>
            <a:lvl5pPr>
              <a:defRPr sz="1650" b="1">
                <a:solidFill>
                  <a:srgbClr val="F7F8FC"/>
                </a:solidFill>
              </a:defRPr>
            </a:lvl5pPr>
            <a:lvl6pPr>
              <a:defRPr sz="1650" b="1">
                <a:solidFill>
                  <a:srgbClr val="F7F8FC"/>
                </a:solidFill>
              </a:defRPr>
            </a:lvl6pPr>
            <a:lvl7pPr>
              <a:defRPr sz="1650" b="1">
                <a:solidFill>
                  <a:srgbClr val="F7F8FC"/>
                </a:solidFill>
              </a:defRPr>
            </a:lvl7pPr>
            <a:lvl8pPr>
              <a:defRPr sz="1650" b="1">
                <a:solidFill>
                  <a:srgbClr val="F7F8FC"/>
                </a:solidFill>
              </a:defRPr>
            </a:lvl8pPr>
            <a:lvl9pPr>
              <a:defRPr sz="1650" b="1">
                <a:solidFill>
                  <a:srgbClr val="F7F8FC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7F8FC"/>
                </a:solidFill>
              </a:defRPr>
            </a:pPr>
            <a:r>
              <a:rPr sz="1650" b="1">
                <a:solidFill>
                  <a:srgbClr val="F7F8FC"/>
                </a:solidFill>
              </a:rPr>
              <a:t>Plan deterministically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12ACF3-B059-4543-971E-EC39EF03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814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BB7CB"/>
                </a:solidFill>
              </a:defRPr>
            </a:defPPr>
            <a:lvl1pPr>
              <a:defRPr sz="1125" b="0">
                <a:solidFill>
                  <a:srgbClr val="ABB7CB"/>
                </a:solidFill>
              </a:defRPr>
            </a:lvl1pPr>
            <a:lvl2pPr>
              <a:defRPr sz="1125" b="0">
                <a:solidFill>
                  <a:srgbClr val="ABB7CB"/>
                </a:solidFill>
              </a:defRPr>
            </a:lvl2pPr>
            <a:lvl3pPr>
              <a:defRPr sz="1125" b="0">
                <a:solidFill>
                  <a:srgbClr val="ABB7CB"/>
                </a:solidFill>
              </a:defRPr>
            </a:lvl3pPr>
            <a:lvl4pPr>
              <a:defRPr sz="1125" b="0">
                <a:solidFill>
                  <a:srgbClr val="ABB7CB"/>
                </a:solidFill>
              </a:defRPr>
            </a:lvl4pPr>
            <a:lvl5pPr>
              <a:defRPr sz="1125" b="0">
                <a:solidFill>
                  <a:srgbClr val="ABB7CB"/>
                </a:solidFill>
              </a:defRPr>
            </a:lvl5pPr>
            <a:lvl6pPr>
              <a:defRPr sz="1125" b="0">
                <a:solidFill>
                  <a:srgbClr val="ABB7CB"/>
                </a:solidFill>
              </a:defRPr>
            </a:lvl6pPr>
            <a:lvl7pPr>
              <a:defRPr sz="1125" b="0">
                <a:solidFill>
                  <a:srgbClr val="ABB7CB"/>
                </a:solidFill>
              </a:defRPr>
            </a:lvl7pPr>
            <a:lvl8pPr>
              <a:defRPr sz="1125" b="0">
                <a:solidFill>
                  <a:srgbClr val="ABB7CB"/>
                </a:solidFill>
              </a:defRPr>
            </a:lvl8pPr>
            <a:lvl9pPr>
              <a:defRPr sz="1125" b="0">
                <a:solidFill>
                  <a:srgbClr val="ABB7C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BB7CB"/>
                </a:solidFill>
              </a:defRPr>
            </a:pPr>
            <a:r>
              <a:rPr sz="1125" b="0">
                <a:solidFill>
                  <a:srgbClr val="ABB7CB"/>
                </a:solidFill>
              </a:rPr>
              <a:t>LifeOS finds feasible</a:t>
            </a:r>
          </a:p>
          <a:p xmlns:a="http://schemas.openxmlformats.org/drawingml/2006/main">
            <a:pPr>
              <a:defRPr sz="1125" b="0">
                <a:solidFill>
                  <a:srgbClr val="ABB7CB"/>
                </a:solidFill>
              </a:defRPr>
            </a:pPr>
            <a:r>
              <a:rPr sz="1125" b="0">
                <a:solidFill>
                  <a:srgbClr val="ABB7CB"/>
                </a:solidFill>
              </a:rPr>
              <a:t>blocks around commitments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5CE341-D744-440F-9B6F-99816762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09800"/>
            <a:ext cx="24765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121A2C"/>
          </a:solidFill>
          <a:ln xmlns:a="http://schemas.openxmlformats.org/drawingml/2006/main" w="9525">
            <a:solidFill>
              <a:srgbClr val="2C38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972225-52DB-432E-BCBC-24FECA85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00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3F36B"/>
                </a:solidFill>
              </a:defRPr>
            </a:defPPr>
            <a:lvl1pPr>
              <a:defRPr sz="1050" b="1">
                <a:solidFill>
                  <a:srgbClr val="C3F36B"/>
                </a:solidFill>
              </a:defRPr>
            </a:lvl1pPr>
            <a:lvl2pPr>
              <a:defRPr sz="1050" b="1">
                <a:solidFill>
                  <a:srgbClr val="C3F36B"/>
                </a:solidFill>
              </a:defRPr>
            </a:lvl2pPr>
            <a:lvl3pPr>
              <a:defRPr sz="1050" b="1">
                <a:solidFill>
                  <a:srgbClr val="C3F36B"/>
                </a:solidFill>
              </a:defRPr>
            </a:lvl3pPr>
            <a:lvl4pPr>
              <a:defRPr sz="1050" b="1">
                <a:solidFill>
                  <a:srgbClr val="C3F36B"/>
                </a:solidFill>
              </a:defRPr>
            </a:lvl4pPr>
            <a:lvl5pPr>
              <a:defRPr sz="1050" b="1">
                <a:solidFill>
                  <a:srgbClr val="C3F36B"/>
                </a:solidFill>
              </a:defRPr>
            </a:lvl5pPr>
            <a:lvl6pPr>
              <a:defRPr sz="1050" b="1">
                <a:solidFill>
                  <a:srgbClr val="C3F36B"/>
                </a:solidFill>
              </a:defRPr>
            </a:lvl6pPr>
            <a:lvl7pPr>
              <a:defRPr sz="1050" b="1">
                <a:solidFill>
                  <a:srgbClr val="C3F36B"/>
                </a:solidFill>
              </a:defRPr>
            </a:lvl7pPr>
            <a:lvl8pPr>
              <a:defRPr sz="1050" b="1">
                <a:solidFill>
                  <a:srgbClr val="C3F36B"/>
                </a:solidFill>
              </a:defRPr>
            </a:lvl8pPr>
            <a:lvl9pPr>
              <a:defRPr sz="1050" b="1">
                <a:solidFill>
                  <a:srgbClr val="C3F36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C3F36B"/>
                </a:solidFill>
              </a:defRPr>
            </a:pPr>
            <a:r>
              <a:rPr sz="1050" b="1">
                <a:solidFill>
                  <a:srgbClr val="C3F36B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B7F0EB-63AB-4F2E-9407-28694DAF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384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7F8FC"/>
                </a:solidFill>
              </a:defRPr>
            </a:defPPr>
            <a:lvl1pPr>
              <a:defRPr sz="1650" b="1">
                <a:solidFill>
                  <a:srgbClr val="F7F8FC"/>
                </a:solidFill>
              </a:defRPr>
            </a:lvl1pPr>
            <a:lvl2pPr>
              <a:defRPr sz="1650" b="1">
                <a:solidFill>
                  <a:srgbClr val="F7F8FC"/>
                </a:solidFill>
              </a:defRPr>
            </a:lvl2pPr>
            <a:lvl3pPr>
              <a:defRPr sz="1650" b="1">
                <a:solidFill>
                  <a:srgbClr val="F7F8FC"/>
                </a:solidFill>
              </a:defRPr>
            </a:lvl3pPr>
            <a:lvl4pPr>
              <a:defRPr sz="1650" b="1">
                <a:solidFill>
                  <a:srgbClr val="F7F8FC"/>
                </a:solidFill>
              </a:defRPr>
            </a:lvl4pPr>
            <a:lvl5pPr>
              <a:defRPr sz="1650" b="1">
                <a:solidFill>
                  <a:srgbClr val="F7F8FC"/>
                </a:solidFill>
              </a:defRPr>
            </a:lvl5pPr>
            <a:lvl6pPr>
              <a:defRPr sz="1650" b="1">
                <a:solidFill>
                  <a:srgbClr val="F7F8FC"/>
                </a:solidFill>
              </a:defRPr>
            </a:lvl6pPr>
            <a:lvl7pPr>
              <a:defRPr sz="1650" b="1">
                <a:solidFill>
                  <a:srgbClr val="F7F8FC"/>
                </a:solidFill>
              </a:defRPr>
            </a:lvl7pPr>
            <a:lvl8pPr>
              <a:defRPr sz="1650" b="1">
                <a:solidFill>
                  <a:srgbClr val="F7F8FC"/>
                </a:solidFill>
              </a:defRPr>
            </a:lvl8pPr>
            <a:lvl9pPr>
              <a:defRPr sz="1650" b="1">
                <a:solidFill>
                  <a:srgbClr val="F7F8FC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7F8FC"/>
                </a:solidFill>
              </a:defRPr>
            </a:pPr>
            <a:r>
              <a:rPr sz="1650" b="1">
                <a:solidFill>
                  <a:srgbClr val="F7F8FC"/>
                </a:solidFill>
              </a:rPr>
              <a:t>Explain with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8BFB16-C1B6-4E0E-A54C-E883CCC8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814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BB7CB"/>
                </a:solidFill>
              </a:defRPr>
            </a:defPPr>
            <a:lvl1pPr>
              <a:defRPr sz="1125" b="0">
                <a:solidFill>
                  <a:srgbClr val="ABB7CB"/>
                </a:solidFill>
              </a:defRPr>
            </a:lvl1pPr>
            <a:lvl2pPr>
              <a:defRPr sz="1125" b="0">
                <a:solidFill>
                  <a:srgbClr val="ABB7CB"/>
                </a:solidFill>
              </a:defRPr>
            </a:lvl2pPr>
            <a:lvl3pPr>
              <a:defRPr sz="1125" b="0">
                <a:solidFill>
                  <a:srgbClr val="ABB7CB"/>
                </a:solidFill>
              </a:defRPr>
            </a:lvl3pPr>
            <a:lvl4pPr>
              <a:defRPr sz="1125" b="0">
                <a:solidFill>
                  <a:srgbClr val="ABB7CB"/>
                </a:solidFill>
              </a:defRPr>
            </a:lvl4pPr>
            <a:lvl5pPr>
              <a:defRPr sz="1125" b="0">
                <a:solidFill>
                  <a:srgbClr val="ABB7CB"/>
                </a:solidFill>
              </a:defRPr>
            </a:lvl5pPr>
            <a:lvl6pPr>
              <a:defRPr sz="1125" b="0">
                <a:solidFill>
                  <a:srgbClr val="ABB7CB"/>
                </a:solidFill>
              </a:defRPr>
            </a:lvl6pPr>
            <a:lvl7pPr>
              <a:defRPr sz="1125" b="0">
                <a:solidFill>
                  <a:srgbClr val="ABB7CB"/>
                </a:solidFill>
              </a:defRPr>
            </a:lvl7pPr>
            <a:lvl8pPr>
              <a:defRPr sz="1125" b="0">
                <a:solidFill>
                  <a:srgbClr val="ABB7CB"/>
                </a:solidFill>
              </a:defRPr>
            </a:lvl8pPr>
            <a:lvl9pPr>
              <a:defRPr sz="1125" b="0">
                <a:solidFill>
                  <a:srgbClr val="ABB7C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BB7CB"/>
                </a:solidFill>
              </a:defRPr>
            </a:pPr>
            <a:r>
              <a:rPr sz="1125" b="0">
                <a:solidFill>
                  <a:srgbClr val="ABB7CB"/>
                </a:solidFill>
              </a:rPr>
              <a:t>DeepSeek turns the plan</a:t>
            </a:r>
          </a:p>
          <a:p xmlns:a="http://schemas.openxmlformats.org/drawingml/2006/main">
            <a:pPr>
              <a:defRPr sz="1125" b="0">
                <a:solidFill>
                  <a:srgbClr val="ABB7CB"/>
                </a:solidFill>
              </a:defRPr>
            </a:pPr>
            <a:r>
              <a:rPr sz="1125" b="0">
                <a:solidFill>
                  <a:srgbClr val="ABB7CB"/>
                </a:solidFill>
              </a:rPr>
              <a:t>into practical next steps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140428-824E-4E7E-841F-7B3BE57C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09800"/>
            <a:ext cx="24765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121A2C"/>
          </a:solidFill>
          <a:ln xmlns:a="http://schemas.openxmlformats.org/drawingml/2006/main" w="9525">
            <a:solidFill>
              <a:srgbClr val="2C38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F4671C-9DA9-4DCE-8823-D55A611D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00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F9D8D"/>
                </a:solidFill>
              </a:defRPr>
            </a:defPPr>
            <a:lvl1pPr>
              <a:defRPr sz="1050" b="1">
                <a:solidFill>
                  <a:srgbClr val="FF9D8D"/>
                </a:solidFill>
              </a:defRPr>
            </a:lvl1pPr>
            <a:lvl2pPr>
              <a:defRPr sz="1050" b="1">
                <a:solidFill>
                  <a:srgbClr val="FF9D8D"/>
                </a:solidFill>
              </a:defRPr>
            </a:lvl2pPr>
            <a:lvl3pPr>
              <a:defRPr sz="1050" b="1">
                <a:solidFill>
                  <a:srgbClr val="FF9D8D"/>
                </a:solidFill>
              </a:defRPr>
            </a:lvl3pPr>
            <a:lvl4pPr>
              <a:defRPr sz="1050" b="1">
                <a:solidFill>
                  <a:srgbClr val="FF9D8D"/>
                </a:solidFill>
              </a:defRPr>
            </a:lvl4pPr>
            <a:lvl5pPr>
              <a:defRPr sz="1050" b="1">
                <a:solidFill>
                  <a:srgbClr val="FF9D8D"/>
                </a:solidFill>
              </a:defRPr>
            </a:lvl5pPr>
            <a:lvl6pPr>
              <a:defRPr sz="1050" b="1">
                <a:solidFill>
                  <a:srgbClr val="FF9D8D"/>
                </a:solidFill>
              </a:defRPr>
            </a:lvl6pPr>
            <a:lvl7pPr>
              <a:defRPr sz="1050" b="1">
                <a:solidFill>
                  <a:srgbClr val="FF9D8D"/>
                </a:solidFill>
              </a:defRPr>
            </a:lvl7pPr>
            <a:lvl8pPr>
              <a:defRPr sz="1050" b="1">
                <a:solidFill>
                  <a:srgbClr val="FF9D8D"/>
                </a:solidFill>
              </a:defRPr>
            </a:lvl8pPr>
            <a:lvl9pPr>
              <a:defRPr sz="1050" b="1">
                <a:solidFill>
                  <a:srgbClr val="FF9D8D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9D8D"/>
                </a:solidFill>
              </a:defRPr>
            </a:pPr>
            <a:r>
              <a:rPr sz="1050" b="1">
                <a:solidFill>
                  <a:srgbClr val="FF9D8D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7A4A3C-227B-4828-A6D6-0B6505A0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384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7F8FC"/>
                </a:solidFill>
              </a:defRPr>
            </a:defPPr>
            <a:lvl1pPr>
              <a:defRPr sz="1650" b="1">
                <a:solidFill>
                  <a:srgbClr val="F7F8FC"/>
                </a:solidFill>
              </a:defRPr>
            </a:lvl1pPr>
            <a:lvl2pPr>
              <a:defRPr sz="1650" b="1">
                <a:solidFill>
                  <a:srgbClr val="F7F8FC"/>
                </a:solidFill>
              </a:defRPr>
            </a:lvl2pPr>
            <a:lvl3pPr>
              <a:defRPr sz="1650" b="1">
                <a:solidFill>
                  <a:srgbClr val="F7F8FC"/>
                </a:solidFill>
              </a:defRPr>
            </a:lvl3pPr>
            <a:lvl4pPr>
              <a:defRPr sz="1650" b="1">
                <a:solidFill>
                  <a:srgbClr val="F7F8FC"/>
                </a:solidFill>
              </a:defRPr>
            </a:lvl4pPr>
            <a:lvl5pPr>
              <a:defRPr sz="1650" b="1">
                <a:solidFill>
                  <a:srgbClr val="F7F8FC"/>
                </a:solidFill>
              </a:defRPr>
            </a:lvl5pPr>
            <a:lvl6pPr>
              <a:defRPr sz="1650" b="1">
                <a:solidFill>
                  <a:srgbClr val="F7F8FC"/>
                </a:solidFill>
              </a:defRPr>
            </a:lvl6pPr>
            <a:lvl7pPr>
              <a:defRPr sz="1650" b="1">
                <a:solidFill>
                  <a:srgbClr val="F7F8FC"/>
                </a:solidFill>
              </a:defRPr>
            </a:lvl7pPr>
            <a:lvl8pPr>
              <a:defRPr sz="1650" b="1">
                <a:solidFill>
                  <a:srgbClr val="F7F8FC"/>
                </a:solidFill>
              </a:defRPr>
            </a:lvl8pPr>
            <a:lvl9pPr>
              <a:defRPr sz="1650" b="1">
                <a:solidFill>
                  <a:srgbClr val="F7F8FC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7F8FC"/>
                </a:solidFill>
              </a:defRPr>
            </a:pPr>
            <a:r>
              <a:rPr sz="1650" b="1">
                <a:solidFill>
                  <a:srgbClr val="F7F8FC"/>
                </a:solidFill>
              </a:rPr>
              <a:t>Review and approve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B47F23-F291-44A9-96FD-9C45D0EA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814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BB7CB"/>
                </a:solidFill>
              </a:defRPr>
            </a:defPPr>
            <a:lvl1pPr>
              <a:defRPr sz="1125" b="0">
                <a:solidFill>
                  <a:srgbClr val="ABB7CB"/>
                </a:solidFill>
              </a:defRPr>
            </a:lvl1pPr>
            <a:lvl2pPr>
              <a:defRPr sz="1125" b="0">
                <a:solidFill>
                  <a:srgbClr val="ABB7CB"/>
                </a:solidFill>
              </a:defRPr>
            </a:lvl2pPr>
            <a:lvl3pPr>
              <a:defRPr sz="1125" b="0">
                <a:solidFill>
                  <a:srgbClr val="ABB7CB"/>
                </a:solidFill>
              </a:defRPr>
            </a:lvl3pPr>
            <a:lvl4pPr>
              <a:defRPr sz="1125" b="0">
                <a:solidFill>
                  <a:srgbClr val="ABB7CB"/>
                </a:solidFill>
              </a:defRPr>
            </a:lvl4pPr>
            <a:lvl5pPr>
              <a:defRPr sz="1125" b="0">
                <a:solidFill>
                  <a:srgbClr val="ABB7CB"/>
                </a:solidFill>
              </a:defRPr>
            </a:lvl5pPr>
            <a:lvl6pPr>
              <a:defRPr sz="1125" b="0">
                <a:solidFill>
                  <a:srgbClr val="ABB7CB"/>
                </a:solidFill>
              </a:defRPr>
            </a:lvl6pPr>
            <a:lvl7pPr>
              <a:defRPr sz="1125" b="0">
                <a:solidFill>
                  <a:srgbClr val="ABB7CB"/>
                </a:solidFill>
              </a:defRPr>
            </a:lvl7pPr>
            <a:lvl8pPr>
              <a:defRPr sz="1125" b="0">
                <a:solidFill>
                  <a:srgbClr val="ABB7CB"/>
                </a:solidFill>
              </a:defRPr>
            </a:lvl8pPr>
            <a:lvl9pPr>
              <a:defRPr sz="1125" b="0">
                <a:solidFill>
                  <a:srgbClr val="ABB7CB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BB7CB"/>
                </a:solidFill>
              </a:defRPr>
            </a:pPr>
            <a:r>
              <a:rPr sz="1125" b="0">
                <a:solidFill>
                  <a:srgbClr val="ABB7CB"/>
                </a:solidFill>
              </a:rPr>
              <a:t>Only your click adds</a:t>
            </a:r>
          </a:p>
          <a:p xmlns:a="http://schemas.openxmlformats.org/drawingml/2006/main">
            <a:pPr>
              <a:defRPr sz="1125" b="0">
                <a:solidFill>
                  <a:srgbClr val="ABB7CB"/>
                </a:solidFill>
              </a:defRPr>
            </a:pPr>
            <a:r>
              <a:rPr sz="1125" b="0">
                <a:solidFill>
                  <a:srgbClr val="ABB7CB"/>
                </a:solidFill>
              </a:rPr>
              <a:t>blocks to the calendar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84A21A-79BE-4210-81AA-551A9DA4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C3F36B"/>
                </a:solidFill>
              </a:defRPr>
            </a:defPPr>
            <a:lvl1pPr>
              <a:defRPr sz="1500" b="1">
                <a:solidFill>
                  <a:srgbClr val="C3F36B"/>
                </a:solidFill>
              </a:defRPr>
            </a:lvl1pPr>
            <a:lvl2pPr>
              <a:defRPr sz="1500" b="1">
                <a:solidFill>
                  <a:srgbClr val="C3F36B"/>
                </a:solidFill>
              </a:defRPr>
            </a:lvl2pPr>
            <a:lvl3pPr>
              <a:defRPr sz="1500" b="1">
                <a:solidFill>
                  <a:srgbClr val="C3F36B"/>
                </a:solidFill>
              </a:defRPr>
            </a:lvl3pPr>
            <a:lvl4pPr>
              <a:defRPr sz="1500" b="1">
                <a:solidFill>
                  <a:srgbClr val="C3F36B"/>
                </a:solidFill>
              </a:defRPr>
            </a:lvl4pPr>
            <a:lvl5pPr>
              <a:defRPr sz="1500" b="1">
                <a:solidFill>
                  <a:srgbClr val="C3F36B"/>
                </a:solidFill>
              </a:defRPr>
            </a:lvl5pPr>
            <a:lvl6pPr>
              <a:defRPr sz="1500" b="1">
                <a:solidFill>
                  <a:srgbClr val="C3F36B"/>
                </a:solidFill>
              </a:defRPr>
            </a:lvl6pPr>
            <a:lvl7pPr>
              <a:defRPr sz="1500" b="1">
                <a:solidFill>
                  <a:srgbClr val="C3F36B"/>
                </a:solidFill>
              </a:defRPr>
            </a:lvl7pPr>
            <a:lvl8pPr>
              <a:defRPr sz="1500" b="1">
                <a:solidFill>
                  <a:srgbClr val="C3F36B"/>
                </a:solidFill>
              </a:defRPr>
            </a:lvl8pPr>
            <a:lvl9pPr>
              <a:defRPr sz="1500" b="1">
                <a:solidFill>
                  <a:srgbClr val="C3F36B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C3F36B"/>
                </a:solidFill>
              </a:defRPr>
            </a:pPr>
            <a:r>
              <a:rPr sz="1500" b="1">
                <a:solidFill>
                  <a:srgbClr val="C3F36B"/>
                </a:solidFill>
              </a:rPr>
              <a:t>The model explains the schedule; it does not invent availability or write to your data.</a:t>
            </a:r>
          </a:p>
        </p:txBody>
      </p:sp>
    </p:spTree>
    <p:extLst>
      <p:ext uri="{BB962C8B-B14F-4D97-AF65-F5344CB8AC3E}">
        <p14:creationId xmlns:p14="http://schemas.microsoft.com/office/powerpoint/2010/main" val="6416282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63B1B4-4F92-4B70-A6C2-149779CE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D037E-DC1E-4058-A5C5-8A9C1798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3F36B"/>
                </a:solidFill>
              </a:defRPr>
            </a:defPPr>
            <a:lvl1pPr>
              <a:defRPr sz="1050" b="1">
                <a:solidFill>
                  <a:srgbClr val="C3F36B"/>
                </a:solidFill>
              </a:defRPr>
            </a:lvl1pPr>
            <a:lvl2pPr>
              <a:defRPr sz="1050" b="1">
                <a:solidFill>
                  <a:srgbClr val="C3F36B"/>
                </a:solidFill>
              </a:defRPr>
            </a:lvl2pPr>
            <a:lvl3pPr>
              <a:defRPr sz="1050" b="1">
                <a:solidFill>
                  <a:srgbClr val="C3F36B"/>
                </a:solidFill>
              </a:defRPr>
            </a:lvl3pPr>
            <a:lvl4pPr>
              <a:defRPr sz="1050" b="1">
                <a:solidFill>
                  <a:srgbClr val="C3F36B"/>
                </a:solidFill>
              </a:defRPr>
            </a:lvl4pPr>
            <a:lvl5pPr>
              <a:defRPr sz="1050" b="1">
                <a:solidFill>
                  <a:srgbClr val="C3F36B"/>
                </a:solidFill>
              </a:defRPr>
            </a:lvl5pPr>
            <a:lvl6pPr>
              <a:defRPr sz="1050" b="1">
                <a:solidFill>
                  <a:srgbClr val="C3F36B"/>
                </a:solidFill>
              </a:defRPr>
            </a:lvl6pPr>
            <a:lvl7pPr>
              <a:defRPr sz="1050" b="1">
                <a:solidFill>
                  <a:srgbClr val="C3F36B"/>
                </a:solidFill>
              </a:defRPr>
            </a:lvl7pPr>
            <a:lvl8pPr>
              <a:defRPr sz="1050" b="1">
                <a:solidFill>
                  <a:srgbClr val="C3F36B"/>
                </a:solidFill>
              </a:defRPr>
            </a:lvl8pPr>
            <a:lvl9pPr>
              <a:defRPr sz="1050" b="1">
                <a:solidFill>
                  <a:srgbClr val="C3F36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C3F36B"/>
                </a:solidFill>
              </a:defRPr>
            </a:pPr>
            <a:r>
              <a:rPr sz="1050" b="1">
                <a:solidFill>
                  <a:srgbClr val="C3F36B"/>
                </a:solidFill>
              </a:rPr>
              <a:t>INCLUSIVE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13E82-86D6-4424-89D7-BA034625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7F8FC"/>
                </a:solidFill>
              </a:defRPr>
            </a:defPPr>
            <a:lvl1pPr>
              <a:defRPr sz="3150" b="1">
                <a:solidFill>
                  <a:srgbClr val="F7F8FC"/>
                </a:solidFill>
              </a:defRPr>
            </a:lvl1pPr>
            <a:lvl2pPr>
              <a:defRPr sz="3150" b="1">
                <a:solidFill>
                  <a:srgbClr val="F7F8FC"/>
                </a:solidFill>
              </a:defRPr>
            </a:lvl2pPr>
            <a:lvl3pPr>
              <a:defRPr sz="3150" b="1">
                <a:solidFill>
                  <a:srgbClr val="F7F8FC"/>
                </a:solidFill>
              </a:defRPr>
            </a:lvl3pPr>
            <a:lvl4pPr>
              <a:defRPr sz="3150" b="1">
                <a:solidFill>
                  <a:srgbClr val="F7F8FC"/>
                </a:solidFill>
              </a:defRPr>
            </a:lvl4pPr>
            <a:lvl5pPr>
              <a:defRPr sz="3150" b="1">
                <a:solidFill>
                  <a:srgbClr val="F7F8FC"/>
                </a:solidFill>
              </a:defRPr>
            </a:lvl5pPr>
            <a:lvl6pPr>
              <a:defRPr sz="3150" b="1">
                <a:solidFill>
                  <a:srgbClr val="F7F8FC"/>
                </a:solidFill>
              </a:defRPr>
            </a:lvl6pPr>
            <a:lvl7pPr>
              <a:defRPr sz="3150" b="1">
                <a:solidFill>
                  <a:srgbClr val="F7F8FC"/>
                </a:solidFill>
              </a:defRPr>
            </a:lvl7pPr>
            <a:lvl8pPr>
              <a:defRPr sz="3150" b="1">
                <a:solidFill>
                  <a:srgbClr val="F7F8FC"/>
                </a:solidFill>
              </a:defRPr>
            </a:lvl8pPr>
            <a:lvl9pPr>
              <a:defRPr sz="3150" b="1">
                <a:solidFill>
                  <a:srgbClr val="F7F8FC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7F8FC"/>
                </a:solidFill>
              </a:defRPr>
            </a:pPr>
            <a:r>
              <a:rPr sz="3150" b="1">
                <a:solidFill>
                  <a:srgbClr val="F7F8FC"/>
                </a:solidFill>
              </a:rPr>
              <a:t>People can choose how they use LifeOS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43E29-2584-433B-811F-C0BCE75C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8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E1262-2B51-4EE2-8F90-BC7E6394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ABB7CB"/>
                </a:solidFill>
              </a:defRPr>
            </a:defPPr>
            <a:lvl1pPr>
              <a:defRPr sz="975" b="1">
                <a:solidFill>
                  <a:srgbClr val="ABB7CB"/>
                </a:solidFill>
              </a:defRPr>
            </a:lvl1pPr>
            <a:lvl2pPr>
              <a:defRPr sz="975" b="1">
                <a:solidFill>
                  <a:srgbClr val="ABB7CB"/>
                </a:solidFill>
              </a:defRPr>
            </a:lvl2pPr>
            <a:lvl3pPr>
              <a:defRPr sz="975" b="1">
                <a:solidFill>
                  <a:srgbClr val="ABB7CB"/>
                </a:solidFill>
              </a:defRPr>
            </a:lvl3pPr>
            <a:lvl4pPr>
              <a:defRPr sz="975" b="1">
                <a:solidFill>
                  <a:srgbClr val="ABB7CB"/>
                </a:solidFill>
              </a:defRPr>
            </a:lvl4pPr>
            <a:lvl5pPr>
              <a:defRPr sz="975" b="1">
                <a:solidFill>
                  <a:srgbClr val="ABB7CB"/>
                </a:solidFill>
              </a:defRPr>
            </a:lvl5pPr>
            <a:lvl6pPr>
              <a:defRPr sz="975" b="1">
                <a:solidFill>
                  <a:srgbClr val="ABB7CB"/>
                </a:solidFill>
              </a:defRPr>
            </a:lvl6pPr>
            <a:lvl7pPr>
              <a:defRPr sz="975" b="1">
                <a:solidFill>
                  <a:srgbClr val="ABB7CB"/>
                </a:solidFill>
              </a:defRPr>
            </a:lvl7pPr>
            <a:lvl8pPr>
              <a:defRPr sz="975" b="1">
                <a:solidFill>
                  <a:srgbClr val="ABB7CB"/>
                </a:solidFill>
              </a:defRPr>
            </a:lvl8pPr>
            <a:lvl9pPr>
              <a:defRPr sz="975" b="1">
                <a:solidFill>
                  <a:srgbClr val="ABB7C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BB7CB"/>
                </a:solidFill>
              </a:defRPr>
            </a:pPr>
            <a:r>
              <a:rPr sz="975" b="1">
                <a:solidFill>
                  <a:srgbClr val="ABB7CB"/>
                </a:solidFill>
              </a:rPr>
              <a:t>LifeOS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63945-F7E5-48C2-9A4D-E63C6040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ABB7CB"/>
                </a:solidFill>
              </a:defRPr>
            </a:defPPr>
            <a:lvl1pPr>
              <a:defRPr sz="975" b="1">
                <a:solidFill>
                  <a:srgbClr val="ABB7CB"/>
                </a:solidFill>
              </a:defRPr>
            </a:lvl1pPr>
            <a:lvl2pPr>
              <a:defRPr sz="975" b="1">
                <a:solidFill>
                  <a:srgbClr val="ABB7CB"/>
                </a:solidFill>
              </a:defRPr>
            </a:lvl2pPr>
            <a:lvl3pPr>
              <a:defRPr sz="975" b="1">
                <a:solidFill>
                  <a:srgbClr val="ABB7CB"/>
                </a:solidFill>
              </a:defRPr>
            </a:lvl3pPr>
            <a:lvl4pPr>
              <a:defRPr sz="975" b="1">
                <a:solidFill>
                  <a:srgbClr val="ABB7CB"/>
                </a:solidFill>
              </a:defRPr>
            </a:lvl4pPr>
            <a:lvl5pPr>
              <a:defRPr sz="975" b="1">
                <a:solidFill>
                  <a:srgbClr val="ABB7CB"/>
                </a:solidFill>
              </a:defRPr>
            </a:lvl5pPr>
            <a:lvl6pPr>
              <a:defRPr sz="975" b="1">
                <a:solidFill>
                  <a:srgbClr val="ABB7CB"/>
                </a:solidFill>
              </a:defRPr>
            </a:lvl6pPr>
            <a:lvl7pPr>
              <a:defRPr sz="975" b="1">
                <a:solidFill>
                  <a:srgbClr val="ABB7CB"/>
                </a:solidFill>
              </a:defRPr>
            </a:lvl7pPr>
            <a:lvl8pPr>
              <a:defRPr sz="975" b="1">
                <a:solidFill>
                  <a:srgbClr val="ABB7CB"/>
                </a:solidFill>
              </a:defRPr>
            </a:lvl8pPr>
            <a:lvl9pPr>
              <a:defRPr sz="975" b="1">
                <a:solidFill>
                  <a:srgbClr val="ABB7CB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BB7CB"/>
                </a:solidFill>
              </a:defRPr>
            </a:pPr>
            <a:r>
              <a:rPr sz="975" b="1">
                <a:solidFill>
                  <a:srgbClr val="ABB7CB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EF3FA-4AF9-4AFF-B04A-953F9C86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E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DF63E-F36D-4140-BF5A-9F49A92E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81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7F8FC"/>
                </a:solidFill>
              </a:defRPr>
            </a:defPPr>
            <a:lvl1pPr>
              <a:defRPr sz="1650" b="1">
                <a:solidFill>
                  <a:srgbClr val="F7F8FC"/>
                </a:solidFill>
              </a:defRPr>
            </a:lvl1pPr>
            <a:lvl2pPr>
              <a:defRPr sz="1650" b="1">
                <a:solidFill>
                  <a:srgbClr val="F7F8FC"/>
                </a:solidFill>
              </a:defRPr>
            </a:lvl2pPr>
            <a:lvl3pPr>
              <a:defRPr sz="1650" b="1">
                <a:solidFill>
                  <a:srgbClr val="F7F8FC"/>
                </a:solidFill>
              </a:defRPr>
            </a:lvl3pPr>
            <a:lvl4pPr>
              <a:defRPr sz="1650" b="1">
                <a:solidFill>
                  <a:srgbClr val="F7F8FC"/>
                </a:solidFill>
              </a:defRPr>
            </a:lvl4pPr>
            <a:lvl5pPr>
              <a:defRPr sz="1650" b="1">
                <a:solidFill>
                  <a:srgbClr val="F7F8FC"/>
                </a:solidFill>
              </a:defRPr>
            </a:lvl5pPr>
            <a:lvl6pPr>
              <a:defRPr sz="1650" b="1">
                <a:solidFill>
                  <a:srgbClr val="F7F8FC"/>
                </a:solidFill>
              </a:defRPr>
            </a:lvl6pPr>
            <a:lvl7pPr>
              <a:defRPr sz="1650" b="1">
                <a:solidFill>
                  <a:srgbClr val="F7F8FC"/>
                </a:solidFill>
              </a:defRPr>
            </a:lvl7pPr>
            <a:lvl8pPr>
              <a:defRPr sz="1650" b="1">
                <a:solidFill>
                  <a:srgbClr val="F7F8FC"/>
                </a:solidFill>
              </a:defRPr>
            </a:lvl8pPr>
            <a:lvl9pPr>
              <a:defRPr sz="1650" b="1">
                <a:solidFill>
                  <a:srgbClr val="F7F8FC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7F8FC"/>
                </a:solidFill>
              </a:defRPr>
            </a:pPr>
            <a:r>
              <a:rPr sz="1650" b="1">
                <a:solidFill>
                  <a:srgbClr val="F7F8FC"/>
                </a:solidFill>
              </a:rPr>
              <a:t>Read aloud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16E9D-7615-4F70-8B45-93C7C674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90725"/>
            <a:ext cx="733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BB7CB"/>
                </a:solidFill>
              </a:defRPr>
            </a:defPPr>
            <a:lvl1pPr>
              <a:defRPr sz="1350" b="0">
                <a:solidFill>
                  <a:srgbClr val="ABB7CB"/>
                </a:solidFill>
              </a:defRPr>
            </a:lvl1pPr>
            <a:lvl2pPr>
              <a:defRPr sz="1350" b="0">
                <a:solidFill>
                  <a:srgbClr val="ABB7CB"/>
                </a:solidFill>
              </a:defRPr>
            </a:lvl2pPr>
            <a:lvl3pPr>
              <a:defRPr sz="1350" b="0">
                <a:solidFill>
                  <a:srgbClr val="ABB7CB"/>
                </a:solidFill>
              </a:defRPr>
            </a:lvl3pPr>
            <a:lvl4pPr>
              <a:defRPr sz="1350" b="0">
                <a:solidFill>
                  <a:srgbClr val="ABB7CB"/>
                </a:solidFill>
              </a:defRPr>
            </a:lvl4pPr>
            <a:lvl5pPr>
              <a:defRPr sz="1350" b="0">
                <a:solidFill>
                  <a:srgbClr val="ABB7CB"/>
                </a:solidFill>
              </a:defRPr>
            </a:lvl5pPr>
            <a:lvl6pPr>
              <a:defRPr sz="1350" b="0">
                <a:solidFill>
                  <a:srgbClr val="ABB7CB"/>
                </a:solidFill>
              </a:defRPr>
            </a:lvl6pPr>
            <a:lvl7pPr>
              <a:defRPr sz="1350" b="0">
                <a:solidFill>
                  <a:srgbClr val="ABB7CB"/>
                </a:solidFill>
              </a:defRPr>
            </a:lvl7pPr>
            <a:lvl8pPr>
              <a:defRPr sz="1350" b="0">
                <a:solidFill>
                  <a:srgbClr val="ABB7CB"/>
                </a:solidFill>
              </a:defRPr>
            </a:lvl8pPr>
            <a:lvl9pPr>
              <a:defRPr sz="1350" b="0">
                <a:solidFill>
                  <a:srgbClr val="ABB7C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BB7CB"/>
                </a:solidFill>
              </a:defRPr>
            </a:pPr>
            <a:r>
              <a:rPr sz="1350" b="0">
                <a:solidFill>
                  <a:srgbClr val="ABB7CB"/>
                </a:solidFill>
              </a:rPr>
              <a:t>Hear the current page with a selectable device voice and speed.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CD788-58C1-4A53-84ED-E37C9A8D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D011B-AB59-4762-B9CA-C2F72669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76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7F8FC"/>
                </a:solidFill>
              </a:defRPr>
            </a:defPPr>
            <a:lvl1pPr>
              <a:defRPr sz="1650" b="1">
                <a:solidFill>
                  <a:srgbClr val="F7F8FC"/>
                </a:solidFill>
              </a:defRPr>
            </a:lvl1pPr>
            <a:lvl2pPr>
              <a:defRPr sz="1650" b="1">
                <a:solidFill>
                  <a:srgbClr val="F7F8FC"/>
                </a:solidFill>
              </a:defRPr>
            </a:lvl2pPr>
            <a:lvl3pPr>
              <a:defRPr sz="1650" b="1">
                <a:solidFill>
                  <a:srgbClr val="F7F8FC"/>
                </a:solidFill>
              </a:defRPr>
            </a:lvl3pPr>
            <a:lvl4pPr>
              <a:defRPr sz="1650" b="1">
                <a:solidFill>
                  <a:srgbClr val="F7F8FC"/>
                </a:solidFill>
              </a:defRPr>
            </a:lvl4pPr>
            <a:lvl5pPr>
              <a:defRPr sz="1650" b="1">
                <a:solidFill>
                  <a:srgbClr val="F7F8FC"/>
                </a:solidFill>
              </a:defRPr>
            </a:lvl5pPr>
            <a:lvl6pPr>
              <a:defRPr sz="1650" b="1">
                <a:solidFill>
                  <a:srgbClr val="F7F8FC"/>
                </a:solidFill>
              </a:defRPr>
            </a:lvl6pPr>
            <a:lvl7pPr>
              <a:defRPr sz="1650" b="1">
                <a:solidFill>
                  <a:srgbClr val="F7F8FC"/>
                </a:solidFill>
              </a:defRPr>
            </a:lvl7pPr>
            <a:lvl8pPr>
              <a:defRPr sz="1650" b="1">
                <a:solidFill>
                  <a:srgbClr val="F7F8FC"/>
                </a:solidFill>
              </a:defRPr>
            </a:lvl8pPr>
            <a:lvl9pPr>
              <a:defRPr sz="1650" b="1">
                <a:solidFill>
                  <a:srgbClr val="F7F8FC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7F8FC"/>
                </a:solidFill>
              </a:defRPr>
            </a:pPr>
            <a:r>
              <a:rPr sz="1650" b="1">
                <a:solidFill>
                  <a:srgbClr val="F7F8FC"/>
                </a:solidFill>
              </a:rPr>
              <a:t>Contrast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CF9C6B-B1B3-4313-93B5-67A1D1CA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86075"/>
            <a:ext cx="733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BB7CB"/>
                </a:solidFill>
              </a:defRPr>
            </a:defPPr>
            <a:lvl1pPr>
              <a:defRPr sz="1350" b="0">
                <a:solidFill>
                  <a:srgbClr val="ABB7CB"/>
                </a:solidFill>
              </a:defRPr>
            </a:lvl1pPr>
            <a:lvl2pPr>
              <a:defRPr sz="1350" b="0">
                <a:solidFill>
                  <a:srgbClr val="ABB7CB"/>
                </a:solidFill>
              </a:defRPr>
            </a:lvl2pPr>
            <a:lvl3pPr>
              <a:defRPr sz="1350" b="0">
                <a:solidFill>
                  <a:srgbClr val="ABB7CB"/>
                </a:solidFill>
              </a:defRPr>
            </a:lvl3pPr>
            <a:lvl4pPr>
              <a:defRPr sz="1350" b="0">
                <a:solidFill>
                  <a:srgbClr val="ABB7CB"/>
                </a:solidFill>
              </a:defRPr>
            </a:lvl4pPr>
            <a:lvl5pPr>
              <a:defRPr sz="1350" b="0">
                <a:solidFill>
                  <a:srgbClr val="ABB7CB"/>
                </a:solidFill>
              </a:defRPr>
            </a:lvl5pPr>
            <a:lvl6pPr>
              <a:defRPr sz="1350" b="0">
                <a:solidFill>
                  <a:srgbClr val="ABB7CB"/>
                </a:solidFill>
              </a:defRPr>
            </a:lvl6pPr>
            <a:lvl7pPr>
              <a:defRPr sz="1350" b="0">
                <a:solidFill>
                  <a:srgbClr val="ABB7CB"/>
                </a:solidFill>
              </a:defRPr>
            </a:lvl7pPr>
            <a:lvl8pPr>
              <a:defRPr sz="1350" b="0">
                <a:solidFill>
                  <a:srgbClr val="ABB7CB"/>
                </a:solidFill>
              </a:defRPr>
            </a:lvl8pPr>
            <a:lvl9pPr>
              <a:defRPr sz="1350" b="0">
                <a:solidFill>
                  <a:srgbClr val="ABB7C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BB7CB"/>
                </a:solidFill>
              </a:defRPr>
            </a:pPr>
            <a:r>
              <a:rPr sz="1350" b="0">
                <a:solidFill>
                  <a:srgbClr val="ABB7CB"/>
                </a:solidFill>
              </a:rPr>
              <a:t>Switch on high contrast when muted colors are hard to read.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0AD56-1C1A-4702-A667-AE95B003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B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EEDFD1-2560-49A4-8A30-7B3C5A58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7F8FC"/>
                </a:solidFill>
              </a:defRPr>
            </a:defPPr>
            <a:lvl1pPr>
              <a:defRPr sz="1650" b="1">
                <a:solidFill>
                  <a:srgbClr val="F7F8FC"/>
                </a:solidFill>
              </a:defRPr>
            </a:lvl1pPr>
            <a:lvl2pPr>
              <a:defRPr sz="1650" b="1">
                <a:solidFill>
                  <a:srgbClr val="F7F8FC"/>
                </a:solidFill>
              </a:defRPr>
            </a:lvl2pPr>
            <a:lvl3pPr>
              <a:defRPr sz="1650" b="1">
                <a:solidFill>
                  <a:srgbClr val="F7F8FC"/>
                </a:solidFill>
              </a:defRPr>
            </a:lvl3pPr>
            <a:lvl4pPr>
              <a:defRPr sz="1650" b="1">
                <a:solidFill>
                  <a:srgbClr val="F7F8FC"/>
                </a:solidFill>
              </a:defRPr>
            </a:lvl4pPr>
            <a:lvl5pPr>
              <a:defRPr sz="1650" b="1">
                <a:solidFill>
                  <a:srgbClr val="F7F8FC"/>
                </a:solidFill>
              </a:defRPr>
            </a:lvl5pPr>
            <a:lvl6pPr>
              <a:defRPr sz="1650" b="1">
                <a:solidFill>
                  <a:srgbClr val="F7F8FC"/>
                </a:solidFill>
              </a:defRPr>
            </a:lvl6pPr>
            <a:lvl7pPr>
              <a:defRPr sz="1650" b="1">
                <a:solidFill>
                  <a:srgbClr val="F7F8FC"/>
                </a:solidFill>
              </a:defRPr>
            </a:lvl7pPr>
            <a:lvl8pPr>
              <a:defRPr sz="1650" b="1">
                <a:solidFill>
                  <a:srgbClr val="F7F8FC"/>
                </a:solidFill>
              </a:defRPr>
            </a:lvl8pPr>
            <a:lvl9pPr>
              <a:defRPr sz="1650" b="1">
                <a:solidFill>
                  <a:srgbClr val="F7F8FC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7F8FC"/>
                </a:solidFill>
              </a:defRPr>
            </a:pPr>
            <a:r>
              <a:rPr sz="1650" b="1">
                <a:solidFill>
                  <a:srgbClr val="F7F8FC"/>
                </a:solidFill>
              </a:rPr>
              <a:t>Theme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34638E-26FF-4F25-98F4-B1FD4B7F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81425"/>
            <a:ext cx="733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BB7CB"/>
                </a:solidFill>
              </a:defRPr>
            </a:defPPr>
            <a:lvl1pPr>
              <a:defRPr sz="1350" b="0">
                <a:solidFill>
                  <a:srgbClr val="ABB7CB"/>
                </a:solidFill>
              </a:defRPr>
            </a:lvl1pPr>
            <a:lvl2pPr>
              <a:defRPr sz="1350" b="0">
                <a:solidFill>
                  <a:srgbClr val="ABB7CB"/>
                </a:solidFill>
              </a:defRPr>
            </a:lvl2pPr>
            <a:lvl3pPr>
              <a:defRPr sz="1350" b="0">
                <a:solidFill>
                  <a:srgbClr val="ABB7CB"/>
                </a:solidFill>
              </a:defRPr>
            </a:lvl3pPr>
            <a:lvl4pPr>
              <a:defRPr sz="1350" b="0">
                <a:solidFill>
                  <a:srgbClr val="ABB7CB"/>
                </a:solidFill>
              </a:defRPr>
            </a:lvl4pPr>
            <a:lvl5pPr>
              <a:defRPr sz="1350" b="0">
                <a:solidFill>
                  <a:srgbClr val="ABB7CB"/>
                </a:solidFill>
              </a:defRPr>
            </a:lvl5pPr>
            <a:lvl6pPr>
              <a:defRPr sz="1350" b="0">
                <a:solidFill>
                  <a:srgbClr val="ABB7CB"/>
                </a:solidFill>
              </a:defRPr>
            </a:lvl6pPr>
            <a:lvl7pPr>
              <a:defRPr sz="1350" b="0">
                <a:solidFill>
                  <a:srgbClr val="ABB7CB"/>
                </a:solidFill>
              </a:defRPr>
            </a:lvl7pPr>
            <a:lvl8pPr>
              <a:defRPr sz="1350" b="0">
                <a:solidFill>
                  <a:srgbClr val="ABB7CB"/>
                </a:solidFill>
              </a:defRPr>
            </a:lvl8pPr>
            <a:lvl9pPr>
              <a:defRPr sz="1350" b="0">
                <a:solidFill>
                  <a:srgbClr val="ABB7C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BB7CB"/>
                </a:solidFill>
              </a:defRPr>
            </a:pPr>
            <a:r>
              <a:rPr sz="1350" b="0">
                <a:solidFill>
                  <a:srgbClr val="ABB7CB"/>
                </a:solidFill>
              </a:rPr>
              <a:t>Choose light, dark, or follow the device setting.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E153F2-675B-49B4-8C1A-539B8522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641F43-EA7B-40B2-A0BA-B2CF22E3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67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7F8FC"/>
                </a:solidFill>
              </a:defRPr>
            </a:defPPr>
            <a:lvl1pPr>
              <a:defRPr sz="1650" b="1">
                <a:solidFill>
                  <a:srgbClr val="F7F8FC"/>
                </a:solidFill>
              </a:defRPr>
            </a:lvl1pPr>
            <a:lvl2pPr>
              <a:defRPr sz="1650" b="1">
                <a:solidFill>
                  <a:srgbClr val="F7F8FC"/>
                </a:solidFill>
              </a:defRPr>
            </a:lvl2pPr>
            <a:lvl3pPr>
              <a:defRPr sz="1650" b="1">
                <a:solidFill>
                  <a:srgbClr val="F7F8FC"/>
                </a:solidFill>
              </a:defRPr>
            </a:lvl3pPr>
            <a:lvl4pPr>
              <a:defRPr sz="1650" b="1">
                <a:solidFill>
                  <a:srgbClr val="F7F8FC"/>
                </a:solidFill>
              </a:defRPr>
            </a:lvl4pPr>
            <a:lvl5pPr>
              <a:defRPr sz="1650" b="1">
                <a:solidFill>
                  <a:srgbClr val="F7F8FC"/>
                </a:solidFill>
              </a:defRPr>
            </a:lvl5pPr>
            <a:lvl6pPr>
              <a:defRPr sz="1650" b="1">
                <a:solidFill>
                  <a:srgbClr val="F7F8FC"/>
                </a:solidFill>
              </a:defRPr>
            </a:lvl6pPr>
            <a:lvl7pPr>
              <a:defRPr sz="1650" b="1">
                <a:solidFill>
                  <a:srgbClr val="F7F8FC"/>
                </a:solidFill>
              </a:defRPr>
            </a:lvl7pPr>
            <a:lvl8pPr>
              <a:defRPr sz="1650" b="1">
                <a:solidFill>
                  <a:srgbClr val="F7F8FC"/>
                </a:solidFill>
              </a:defRPr>
            </a:lvl8pPr>
            <a:lvl9pPr>
              <a:defRPr sz="1650" b="1">
                <a:solidFill>
                  <a:srgbClr val="F7F8FC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7F8FC"/>
                </a:solidFill>
              </a:defRPr>
            </a:pPr>
            <a:r>
              <a:rPr sz="1650" b="1">
                <a:solidFill>
                  <a:srgbClr val="F7F8FC"/>
                </a:solidFill>
              </a:rPr>
              <a:t>Keyboard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C83171-8CBF-4769-84A3-86D44F5F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76775"/>
            <a:ext cx="733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BB7CB"/>
                </a:solidFill>
              </a:defRPr>
            </a:defPPr>
            <a:lvl1pPr>
              <a:defRPr sz="1350" b="0">
                <a:solidFill>
                  <a:srgbClr val="ABB7CB"/>
                </a:solidFill>
              </a:defRPr>
            </a:lvl1pPr>
            <a:lvl2pPr>
              <a:defRPr sz="1350" b="0">
                <a:solidFill>
                  <a:srgbClr val="ABB7CB"/>
                </a:solidFill>
              </a:defRPr>
            </a:lvl2pPr>
            <a:lvl3pPr>
              <a:defRPr sz="1350" b="0">
                <a:solidFill>
                  <a:srgbClr val="ABB7CB"/>
                </a:solidFill>
              </a:defRPr>
            </a:lvl3pPr>
            <a:lvl4pPr>
              <a:defRPr sz="1350" b="0">
                <a:solidFill>
                  <a:srgbClr val="ABB7CB"/>
                </a:solidFill>
              </a:defRPr>
            </a:lvl4pPr>
            <a:lvl5pPr>
              <a:defRPr sz="1350" b="0">
                <a:solidFill>
                  <a:srgbClr val="ABB7CB"/>
                </a:solidFill>
              </a:defRPr>
            </a:lvl5pPr>
            <a:lvl6pPr>
              <a:defRPr sz="1350" b="0">
                <a:solidFill>
                  <a:srgbClr val="ABB7CB"/>
                </a:solidFill>
              </a:defRPr>
            </a:lvl6pPr>
            <a:lvl7pPr>
              <a:defRPr sz="1350" b="0">
                <a:solidFill>
                  <a:srgbClr val="ABB7CB"/>
                </a:solidFill>
              </a:defRPr>
            </a:lvl7pPr>
            <a:lvl8pPr>
              <a:defRPr sz="1350" b="0">
                <a:solidFill>
                  <a:srgbClr val="ABB7CB"/>
                </a:solidFill>
              </a:defRPr>
            </a:lvl8pPr>
            <a:lvl9pPr>
              <a:defRPr sz="1350" b="0">
                <a:solidFill>
                  <a:srgbClr val="ABB7C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BB7CB"/>
                </a:solidFill>
              </a:defRPr>
            </a:pPr>
            <a:r>
              <a:rPr sz="1350" b="0">
                <a:solidFill>
                  <a:srgbClr val="ABB7CB"/>
                </a:solidFill>
              </a:rPr>
              <a:t>Use a skip link and visible focus to move through the app.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1B16C0-2C8D-4FB6-A9EF-B35DC13F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531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3F36B"/>
                </a:solidFill>
              </a:defRPr>
            </a:defPPr>
            <a:lvl1pPr>
              <a:defRPr sz="1425" b="1">
                <a:solidFill>
                  <a:srgbClr val="C3F36B"/>
                </a:solidFill>
              </a:defRPr>
            </a:lvl1pPr>
            <a:lvl2pPr>
              <a:defRPr sz="1425" b="1">
                <a:solidFill>
                  <a:srgbClr val="C3F36B"/>
                </a:solidFill>
              </a:defRPr>
            </a:lvl2pPr>
            <a:lvl3pPr>
              <a:defRPr sz="1425" b="1">
                <a:solidFill>
                  <a:srgbClr val="C3F36B"/>
                </a:solidFill>
              </a:defRPr>
            </a:lvl3pPr>
            <a:lvl4pPr>
              <a:defRPr sz="1425" b="1">
                <a:solidFill>
                  <a:srgbClr val="C3F36B"/>
                </a:solidFill>
              </a:defRPr>
            </a:lvl4pPr>
            <a:lvl5pPr>
              <a:defRPr sz="1425" b="1">
                <a:solidFill>
                  <a:srgbClr val="C3F36B"/>
                </a:solidFill>
              </a:defRPr>
            </a:lvl5pPr>
            <a:lvl6pPr>
              <a:defRPr sz="1425" b="1">
                <a:solidFill>
                  <a:srgbClr val="C3F36B"/>
                </a:solidFill>
              </a:defRPr>
            </a:lvl6pPr>
            <a:lvl7pPr>
              <a:defRPr sz="1425" b="1">
                <a:solidFill>
                  <a:srgbClr val="C3F36B"/>
                </a:solidFill>
              </a:defRPr>
            </a:lvl7pPr>
            <a:lvl8pPr>
              <a:defRPr sz="1425" b="1">
                <a:solidFill>
                  <a:srgbClr val="C3F36B"/>
                </a:solidFill>
              </a:defRPr>
            </a:lvl8pPr>
            <a:lvl9pPr>
              <a:defRPr sz="1425" b="1">
                <a:solidFill>
                  <a:srgbClr val="C3F36B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C3F36B"/>
                </a:solidFill>
              </a:defRPr>
            </a:pPr>
            <a:r>
              <a:rPr sz="1425" b="1">
                <a:solidFill>
                  <a:srgbClr val="C3F36B"/>
                </a:solidFill>
              </a:rPr>
              <a:t>Accessibility is part of the product, not a later add-on.</a:t>
            </a:r>
          </a:p>
        </p:txBody>
      </p:sp>
    </p:spTree>
    <p:extLst>
      <p:ext uri="{BB962C8B-B14F-4D97-AF65-F5344CB8AC3E}">
        <p14:creationId xmlns:p14="http://schemas.microsoft.com/office/powerpoint/2010/main" val="14433391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5503C-0DD7-4B21-A95A-CFD1A38E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72531-AC72-474C-A746-FF128B7F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C3F36B"/>
                </a:solidFill>
              </a:defRPr>
            </a:defPPr>
            <a:lvl1pPr>
              <a:defRPr sz="1125" b="1">
                <a:solidFill>
                  <a:srgbClr val="C3F36B"/>
                </a:solidFill>
              </a:defRPr>
            </a:lvl1pPr>
            <a:lvl2pPr>
              <a:defRPr sz="1125" b="1">
                <a:solidFill>
                  <a:srgbClr val="C3F36B"/>
                </a:solidFill>
              </a:defRPr>
            </a:lvl2pPr>
            <a:lvl3pPr>
              <a:defRPr sz="1125" b="1">
                <a:solidFill>
                  <a:srgbClr val="C3F36B"/>
                </a:solidFill>
              </a:defRPr>
            </a:lvl3pPr>
            <a:lvl4pPr>
              <a:defRPr sz="1125" b="1">
                <a:solidFill>
                  <a:srgbClr val="C3F36B"/>
                </a:solidFill>
              </a:defRPr>
            </a:lvl4pPr>
            <a:lvl5pPr>
              <a:defRPr sz="1125" b="1">
                <a:solidFill>
                  <a:srgbClr val="C3F36B"/>
                </a:solidFill>
              </a:defRPr>
            </a:lvl5pPr>
            <a:lvl6pPr>
              <a:defRPr sz="1125" b="1">
                <a:solidFill>
                  <a:srgbClr val="C3F36B"/>
                </a:solidFill>
              </a:defRPr>
            </a:lvl6pPr>
            <a:lvl7pPr>
              <a:defRPr sz="1125" b="1">
                <a:solidFill>
                  <a:srgbClr val="C3F36B"/>
                </a:solidFill>
              </a:defRPr>
            </a:lvl7pPr>
            <a:lvl8pPr>
              <a:defRPr sz="1125" b="1">
                <a:solidFill>
                  <a:srgbClr val="C3F36B"/>
                </a:solidFill>
              </a:defRPr>
            </a:lvl8pPr>
            <a:lvl9pPr>
              <a:defRPr sz="1125" b="1">
                <a:solidFill>
                  <a:srgbClr val="C3F36B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C3F36B"/>
                </a:solidFill>
              </a:defRPr>
            </a:pPr>
            <a:r>
              <a:rPr sz="1125" b="1">
                <a:solidFill>
                  <a:srgbClr val="C3F36B"/>
                </a:solidFill>
              </a:rPr>
              <a:t>LIFEOS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291C3-D5DD-4A72-AC2E-B1880DC3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85900"/>
            <a:ext cx="6191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F7F8FC"/>
                </a:solidFill>
              </a:defRPr>
            </a:defPPr>
            <a:lvl1pPr>
              <a:defRPr sz="4500" b="1">
                <a:solidFill>
                  <a:srgbClr val="F7F8FC"/>
                </a:solidFill>
              </a:defRPr>
            </a:lvl1pPr>
            <a:lvl2pPr>
              <a:defRPr sz="4500" b="1">
                <a:solidFill>
                  <a:srgbClr val="F7F8FC"/>
                </a:solidFill>
              </a:defRPr>
            </a:lvl2pPr>
            <a:lvl3pPr>
              <a:defRPr sz="4500" b="1">
                <a:solidFill>
                  <a:srgbClr val="F7F8FC"/>
                </a:solidFill>
              </a:defRPr>
            </a:lvl3pPr>
            <a:lvl4pPr>
              <a:defRPr sz="4500" b="1">
                <a:solidFill>
                  <a:srgbClr val="F7F8FC"/>
                </a:solidFill>
              </a:defRPr>
            </a:lvl4pPr>
            <a:lvl5pPr>
              <a:defRPr sz="4500" b="1">
                <a:solidFill>
                  <a:srgbClr val="F7F8FC"/>
                </a:solidFill>
              </a:defRPr>
            </a:lvl5pPr>
            <a:lvl6pPr>
              <a:defRPr sz="4500" b="1">
                <a:solidFill>
                  <a:srgbClr val="F7F8FC"/>
                </a:solidFill>
              </a:defRPr>
            </a:lvl6pPr>
            <a:lvl7pPr>
              <a:defRPr sz="4500" b="1">
                <a:solidFill>
                  <a:srgbClr val="F7F8FC"/>
                </a:solidFill>
              </a:defRPr>
            </a:lvl7pPr>
            <a:lvl8pPr>
              <a:defRPr sz="4500" b="1">
                <a:solidFill>
                  <a:srgbClr val="F7F8FC"/>
                </a:solidFill>
              </a:defRPr>
            </a:lvl8pPr>
            <a:lvl9pPr>
              <a:defRPr sz="4500" b="1">
                <a:solidFill>
                  <a:srgbClr val="F7F8FC"/>
                </a:solidFill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F7F8FC"/>
                </a:solidFill>
              </a:defRPr>
            </a:pPr>
            <a:r>
              <a:rPr sz="4500" b="1">
                <a:solidFill>
                  <a:srgbClr val="F7F8FC"/>
                </a:solidFill>
              </a:rPr>
              <a:t>Better plans.</a:t>
            </a:r>
          </a:p>
          <a:p xmlns:a="http://schemas.openxmlformats.org/drawingml/2006/main">
            <a:pPr>
              <a:defRPr sz="4500" b="1">
                <a:solidFill>
                  <a:srgbClr val="F7F8FC"/>
                </a:solidFill>
              </a:defRPr>
            </a:pPr>
            <a:r>
              <a:rPr sz="4500" b="1">
                <a:solidFill>
                  <a:srgbClr val="F7F8FC"/>
                </a:solidFill>
              </a:rPr>
              <a:t>Human choices.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19E87-D9FC-4763-A072-4296F59E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BB7CB"/>
                </a:solidFill>
              </a:defRPr>
            </a:defPPr>
            <a:lvl1pPr>
              <a:defRPr sz="1725" b="0">
                <a:solidFill>
                  <a:srgbClr val="ABB7CB"/>
                </a:solidFill>
              </a:defRPr>
            </a:lvl1pPr>
            <a:lvl2pPr>
              <a:defRPr sz="1725" b="0">
                <a:solidFill>
                  <a:srgbClr val="ABB7CB"/>
                </a:solidFill>
              </a:defRPr>
            </a:lvl2pPr>
            <a:lvl3pPr>
              <a:defRPr sz="1725" b="0">
                <a:solidFill>
                  <a:srgbClr val="ABB7CB"/>
                </a:solidFill>
              </a:defRPr>
            </a:lvl3pPr>
            <a:lvl4pPr>
              <a:defRPr sz="1725" b="0">
                <a:solidFill>
                  <a:srgbClr val="ABB7CB"/>
                </a:solidFill>
              </a:defRPr>
            </a:lvl4pPr>
            <a:lvl5pPr>
              <a:defRPr sz="1725" b="0">
                <a:solidFill>
                  <a:srgbClr val="ABB7CB"/>
                </a:solidFill>
              </a:defRPr>
            </a:lvl5pPr>
            <a:lvl6pPr>
              <a:defRPr sz="1725" b="0">
                <a:solidFill>
                  <a:srgbClr val="ABB7CB"/>
                </a:solidFill>
              </a:defRPr>
            </a:lvl6pPr>
            <a:lvl7pPr>
              <a:defRPr sz="1725" b="0">
                <a:solidFill>
                  <a:srgbClr val="ABB7CB"/>
                </a:solidFill>
              </a:defRPr>
            </a:lvl7pPr>
            <a:lvl8pPr>
              <a:defRPr sz="1725" b="0">
                <a:solidFill>
                  <a:srgbClr val="ABB7CB"/>
                </a:solidFill>
              </a:defRPr>
            </a:lvl8pPr>
            <a:lvl9pPr>
              <a:defRPr sz="1725" b="0">
                <a:solidFill>
                  <a:srgbClr val="ABB7CB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BB7CB"/>
                </a:solidFill>
              </a:defRPr>
            </a:pPr>
            <a:r>
              <a:rPr sz="1725" b="0">
                <a:solidFill>
                  <a:srgbClr val="ABB7CB"/>
                </a:solidFill>
              </a:rPr>
              <a:t>A calm place to bring today’s tasks, commitments,</a:t>
            </a:r>
          </a:p>
          <a:p xmlns:a="http://schemas.openxmlformats.org/drawingml/2006/main">
            <a:pPr>
              <a:defRPr sz="1725" b="0">
                <a:solidFill>
                  <a:srgbClr val="ABB7CB"/>
                </a:solidFill>
              </a:defRPr>
            </a:pPr>
            <a:r>
              <a:rPr sz="1725" b="0">
                <a:solidFill>
                  <a:srgbClr val="ABB7CB"/>
                </a:solidFill>
              </a:rPr>
              <a:t>and goals together—and an AI coach that keeps</a:t>
            </a:r>
          </a:p>
          <a:p xmlns:a="http://schemas.openxmlformats.org/drawingml/2006/main">
            <a:pPr>
              <a:defRPr sz="1725" b="0">
                <a:solidFill>
                  <a:srgbClr val="ABB7CB"/>
                </a:solidFill>
              </a:defRPr>
            </a:pPr>
            <a:r>
              <a:rPr sz="1725" b="0">
                <a:solidFill>
                  <a:srgbClr val="ABB7CB"/>
                </a:solidFill>
              </a:rPr>
              <a:t>the person in control.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92650-9F5B-4F5C-A9A4-EB9E4278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57350"/>
            <a:ext cx="3238500" cy="280987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121A2C"/>
          </a:solidFill>
          <a:ln xmlns:a="http://schemas.openxmlformats.org/drawingml/2006/main" w="9525">
            <a:solidFill>
              <a:srgbClr val="2C385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69AE6-B83A-4D75-A30C-02939F7A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002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3F36B"/>
                </a:solidFill>
              </a:defRPr>
            </a:defPPr>
            <a:lvl1pPr>
              <a:defRPr sz="1050" b="1">
                <a:solidFill>
                  <a:srgbClr val="C3F36B"/>
                </a:solidFill>
              </a:defRPr>
            </a:lvl1pPr>
            <a:lvl2pPr>
              <a:defRPr sz="1050" b="1">
                <a:solidFill>
                  <a:srgbClr val="C3F36B"/>
                </a:solidFill>
              </a:defRPr>
            </a:lvl2pPr>
            <a:lvl3pPr>
              <a:defRPr sz="1050" b="1">
                <a:solidFill>
                  <a:srgbClr val="C3F36B"/>
                </a:solidFill>
              </a:defRPr>
            </a:lvl3pPr>
            <a:lvl4pPr>
              <a:defRPr sz="1050" b="1">
                <a:solidFill>
                  <a:srgbClr val="C3F36B"/>
                </a:solidFill>
              </a:defRPr>
            </a:lvl4pPr>
            <a:lvl5pPr>
              <a:defRPr sz="1050" b="1">
                <a:solidFill>
                  <a:srgbClr val="C3F36B"/>
                </a:solidFill>
              </a:defRPr>
            </a:lvl5pPr>
            <a:lvl6pPr>
              <a:defRPr sz="1050" b="1">
                <a:solidFill>
                  <a:srgbClr val="C3F36B"/>
                </a:solidFill>
              </a:defRPr>
            </a:lvl6pPr>
            <a:lvl7pPr>
              <a:defRPr sz="1050" b="1">
                <a:solidFill>
                  <a:srgbClr val="C3F36B"/>
                </a:solidFill>
              </a:defRPr>
            </a:lvl7pPr>
            <a:lvl8pPr>
              <a:defRPr sz="1050" b="1">
                <a:solidFill>
                  <a:srgbClr val="C3F36B"/>
                </a:solidFill>
              </a:defRPr>
            </a:lvl8pPr>
            <a:lvl9pPr>
              <a:defRPr sz="1050" b="1">
                <a:solidFill>
                  <a:srgbClr val="C3F36B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C3F36B"/>
                </a:solidFill>
              </a:defRPr>
            </a:pPr>
            <a:r>
              <a:rPr sz="1050" b="1">
                <a:solidFill>
                  <a:srgbClr val="C3F36B"/>
                </a:solidFill>
              </a:rPr>
              <a:t>LIFEOS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6FEF2-6095-4AD1-9DA1-78ACC76D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33650"/>
            <a:ext cx="2428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7F8FC"/>
                </a:solidFill>
              </a:defRPr>
            </a:defPPr>
            <a:lvl1pPr>
              <a:defRPr sz="2550" b="1">
                <a:solidFill>
                  <a:srgbClr val="F7F8FC"/>
                </a:solidFill>
              </a:defRPr>
            </a:lvl1pPr>
            <a:lvl2pPr>
              <a:defRPr sz="2550" b="1">
                <a:solidFill>
                  <a:srgbClr val="F7F8FC"/>
                </a:solidFill>
              </a:defRPr>
            </a:lvl2pPr>
            <a:lvl3pPr>
              <a:defRPr sz="2550" b="1">
                <a:solidFill>
                  <a:srgbClr val="F7F8FC"/>
                </a:solidFill>
              </a:defRPr>
            </a:lvl3pPr>
            <a:lvl4pPr>
              <a:defRPr sz="2550" b="1">
                <a:solidFill>
                  <a:srgbClr val="F7F8FC"/>
                </a:solidFill>
              </a:defRPr>
            </a:lvl4pPr>
            <a:lvl5pPr>
              <a:defRPr sz="2550" b="1">
                <a:solidFill>
                  <a:srgbClr val="F7F8FC"/>
                </a:solidFill>
              </a:defRPr>
            </a:lvl5pPr>
            <a:lvl6pPr>
              <a:defRPr sz="2550" b="1">
                <a:solidFill>
                  <a:srgbClr val="F7F8FC"/>
                </a:solidFill>
              </a:defRPr>
            </a:lvl6pPr>
            <a:lvl7pPr>
              <a:defRPr sz="2550" b="1">
                <a:solidFill>
                  <a:srgbClr val="F7F8FC"/>
                </a:solidFill>
              </a:defRPr>
            </a:lvl7pPr>
            <a:lvl8pPr>
              <a:defRPr sz="2550" b="1">
                <a:solidFill>
                  <a:srgbClr val="F7F8FC"/>
                </a:solidFill>
              </a:defRPr>
            </a:lvl8pPr>
            <a:lvl9pPr>
              <a:defRPr sz="2550" b="1">
                <a:solidFill>
                  <a:srgbClr val="F7F8FC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7F8FC"/>
                </a:solidFill>
              </a:defRPr>
            </a:pPr>
            <a:r>
              <a:rPr sz="2550" b="1">
                <a:solidFill>
                  <a:srgbClr val="F7F8FC"/>
                </a:solidFill>
              </a:rPr>
              <a:t>See the plan.</a:t>
            </a:r>
          </a:p>
          <a:p xmlns:a="http://schemas.openxmlformats.org/drawingml/2006/main">
            <a:pPr>
              <a:defRPr sz="2550" b="1">
                <a:solidFill>
                  <a:srgbClr val="F7F8FC"/>
                </a:solidFill>
              </a:defRPr>
            </a:pPr>
            <a:r>
              <a:rPr sz="2550" b="1">
                <a:solidFill>
                  <a:srgbClr val="F7F8FC"/>
                </a:solidFill>
              </a:rPr>
              <a:t>Keep your say.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7981A7-4DDE-4851-99B8-2CD87882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90950"/>
            <a:ext cx="252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BB7CB"/>
                </a:solidFill>
              </a:defRPr>
            </a:defPPr>
            <a:lvl1pPr>
              <a:defRPr sz="1200" b="0">
                <a:solidFill>
                  <a:srgbClr val="ABB7CB"/>
                </a:solidFill>
              </a:defRPr>
            </a:lvl1pPr>
            <a:lvl2pPr>
              <a:defRPr sz="1200" b="0">
                <a:solidFill>
                  <a:srgbClr val="ABB7CB"/>
                </a:solidFill>
              </a:defRPr>
            </a:lvl2pPr>
            <a:lvl3pPr>
              <a:defRPr sz="1200" b="0">
                <a:solidFill>
                  <a:srgbClr val="ABB7CB"/>
                </a:solidFill>
              </a:defRPr>
            </a:lvl3pPr>
            <a:lvl4pPr>
              <a:defRPr sz="1200" b="0">
                <a:solidFill>
                  <a:srgbClr val="ABB7CB"/>
                </a:solidFill>
              </a:defRPr>
            </a:lvl4pPr>
            <a:lvl5pPr>
              <a:defRPr sz="1200" b="0">
                <a:solidFill>
                  <a:srgbClr val="ABB7CB"/>
                </a:solidFill>
              </a:defRPr>
            </a:lvl5pPr>
            <a:lvl6pPr>
              <a:defRPr sz="1200" b="0">
                <a:solidFill>
                  <a:srgbClr val="ABB7CB"/>
                </a:solidFill>
              </a:defRPr>
            </a:lvl6pPr>
            <a:lvl7pPr>
              <a:defRPr sz="1200" b="0">
                <a:solidFill>
                  <a:srgbClr val="ABB7CB"/>
                </a:solidFill>
              </a:defRPr>
            </a:lvl7pPr>
            <a:lvl8pPr>
              <a:defRPr sz="1200" b="0">
                <a:solidFill>
                  <a:srgbClr val="ABB7CB"/>
                </a:solidFill>
              </a:defRPr>
            </a:lvl8pPr>
            <a:lvl9pPr>
              <a:defRPr sz="1200" b="0">
                <a:solidFill>
                  <a:srgbClr val="ABB7CB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BB7CB"/>
                </a:solidFill>
              </a:defRPr>
            </a:pPr>
            <a:r>
              <a:rPr sz="1200" b="0">
                <a:solidFill>
                  <a:srgbClr val="ABB7CB"/>
                </a:solidFill>
              </a:rPr>
              <a:t>Try the demo at</a:t>
            </a:r>
          </a:p>
          <a:p xmlns:a="http://schemas.openxmlformats.org/drawingml/2006/main">
            <a:pPr>
              <a:defRPr sz="1200" b="0">
                <a:solidFill>
                  <a:srgbClr val="ABB7CB"/>
                </a:solidFill>
              </a:defRPr>
            </a:pPr>
            <a:r>
              <a:rPr sz="1200" b="0">
                <a:solidFill>
                  <a:srgbClr val="ABB7CB"/>
                </a:solidFill>
              </a:rPr>
              <a:t>lifeos-nine-neon.vercel.app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3CBD8-0C9C-4E51-9FA3-EAB4BCBC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8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8BEDC3-1AA3-431E-84E4-619B1CB2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05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ABB7CB"/>
                </a:solidFill>
              </a:defRPr>
            </a:defPPr>
            <a:lvl1pPr>
              <a:defRPr sz="1050" b="0">
                <a:solidFill>
                  <a:srgbClr val="ABB7CB"/>
                </a:solidFill>
              </a:defRPr>
            </a:lvl1pPr>
            <a:lvl2pPr>
              <a:defRPr sz="1050" b="0">
                <a:solidFill>
                  <a:srgbClr val="ABB7CB"/>
                </a:solidFill>
              </a:defRPr>
            </a:lvl2pPr>
            <a:lvl3pPr>
              <a:defRPr sz="1050" b="0">
                <a:solidFill>
                  <a:srgbClr val="ABB7CB"/>
                </a:solidFill>
              </a:defRPr>
            </a:lvl3pPr>
            <a:lvl4pPr>
              <a:defRPr sz="1050" b="0">
                <a:solidFill>
                  <a:srgbClr val="ABB7CB"/>
                </a:solidFill>
              </a:defRPr>
            </a:lvl4pPr>
            <a:lvl5pPr>
              <a:defRPr sz="1050" b="0">
                <a:solidFill>
                  <a:srgbClr val="ABB7CB"/>
                </a:solidFill>
              </a:defRPr>
            </a:lvl5pPr>
            <a:lvl6pPr>
              <a:defRPr sz="1050" b="0">
                <a:solidFill>
                  <a:srgbClr val="ABB7CB"/>
                </a:solidFill>
              </a:defRPr>
            </a:lvl6pPr>
            <a:lvl7pPr>
              <a:defRPr sz="1050" b="0">
                <a:solidFill>
                  <a:srgbClr val="ABB7CB"/>
                </a:solidFill>
              </a:defRPr>
            </a:lvl7pPr>
            <a:lvl8pPr>
              <a:defRPr sz="1050" b="0">
                <a:solidFill>
                  <a:srgbClr val="ABB7CB"/>
                </a:solidFill>
              </a:defRPr>
            </a:lvl8pPr>
            <a:lvl9pPr>
              <a:defRPr sz="1050" b="0">
                <a:solidFill>
                  <a:srgbClr val="ABB7CB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BB7CB"/>
                </a:solidFill>
              </a:defRPr>
            </a:pPr>
            <a:r>
              <a:rPr sz="1050" b="0">
                <a:solidFill>
                  <a:srgbClr val="ABB7CB"/>
                </a:solidFill>
              </a:rPr>
              <a:t>LifeOS · Human-centered personal planning</a:t>
            </a:r>
          </a:p>
        </p:txBody>
      </p:sp>
    </p:spTree>
    <p:extLst>
      <p:ext uri="{BB962C8B-B14F-4D97-AF65-F5344CB8AC3E}">
        <p14:creationId xmlns:p14="http://schemas.microsoft.com/office/powerpoint/2010/main" val="17027740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2026-10-26T20:43:40.0500000Z</dcterms:created>
  <dcterms:modified xsi:type="dcterms:W3CDTF">2026-10-26T20:43:40.0500000Z</dcterms:modified>
</coreProperties>
</file>